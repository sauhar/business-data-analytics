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482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Database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Analytics with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Learn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Modeling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(ER) Diagrams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1NF, 2NF, 3NF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&amp; Snowflake Schema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vs Dimension Tables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Best Practices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E-Commerce Dimensional Model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Modeling?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for organizing and structuring your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an architect's blueprint: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a house, you need a plan. Before building a database, you need a data model!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Data Modeling: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business 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do we need?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structure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data organized?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6517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implementation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stored?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Modeling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errors, duplicates, and inconsistencies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models = faster reports and dashboards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new data sources as business grows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shared vocabulary between IT and business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(ER) Diagrams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 of data and relationships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thing we store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(Customer,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Order)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an entity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email, price,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entities connect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PLACES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146304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566160"/>
            <a:ext cx="146304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3566160"/>
            <a:ext cx="146304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How Entities Relate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many instances of one entity relate to another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(1:1)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───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↔ Passport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person has exactly one passport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(1:N)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───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→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customer can have many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(M:N)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───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↔ Courses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students take many courses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requires a junction table (e.g., order_items links orders and products)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Normalization?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data to reduce redundancy and improve integrity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Normalization (Messy):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572000" cy="1005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Ram's name/city repeated, Laptop price repeated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Normalization (Clean):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5029200" y="1645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874520"/>
          <a:ext cx="2560320" cy="640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68096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874520"/>
          <a:ext cx="1371600" cy="64008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stored ONCE!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Normalization:</a:t>
            </a:r>
            <a:endParaRPr lang="en-US" sz="1300" dirty="0"/>
          </a:p>
        </p:txBody>
      </p:sp>
      <p:sp>
        <p:nvSpPr>
          <p:cNvPr id="9" name="Text 10"/>
          <p:cNvSpPr/>
          <p:nvPr/>
        </p:nvSpPr>
        <p:spPr>
          <a:xfrm>
            <a:off x="640080" y="36118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duplicate data = smaller database size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once = changes apply everywhere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anomalies = consistent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 (1NF)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Each cell contains only ONE value (atomic values)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Violates 1NF: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3931920" cy="7315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phone_numbers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9841234567, 9851234567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9801234567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468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values in one cell!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Follows 1NF: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45920"/>
          <a:ext cx="393192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9841234567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9851234567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9801234567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5"/>
          <p:cNvSpPr/>
          <p:nvPr/>
        </p:nvSpPr>
        <p:spPr>
          <a:xfrm>
            <a:off x="4754880" y="2651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per cell!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Rules: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Each column has atomic (indivisible)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Each column has a unique 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Order of rows/columns doesn't matter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Each row is unique (has a primary key)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 (2NF)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All non-key columns depend on the ENTIRE primary key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Violates 2NF: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114800" cy="9601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Headphones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199" y="2651760"/>
            <a:ext cx="557663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 depends only on product_id, not the full key(</a:t>
            </a:r>
            <a:r>
              <a:rPr lang="en-US" sz="100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)! (key can be single key or composite key)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Follows 2NF (split into 2 tables):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2743200" cy="685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6"/>
          <p:cNvSpPr/>
          <p:nvPr/>
        </p:nvSpPr>
        <p:spPr>
          <a:xfrm>
            <a:off x="365760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3520440"/>
          <a:ext cx="2286000" cy="685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Headphones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6400800" y="3291840"/>
            <a:ext cx="2286000" cy="10058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49224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= 1NF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BFF83E-0DF5-2431-E7B0-4A918D4F5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36613"/>
              </p:ext>
            </p:extLst>
          </p:nvPr>
        </p:nvGraphicFramePr>
        <p:xfrm>
          <a:off x="4691860" y="1600200"/>
          <a:ext cx="2894051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135">
                  <a:extLst>
                    <a:ext uri="{9D8B030D-6E8A-4147-A177-3AD203B41FA5}">
                      <a16:colId xmlns:a16="http://schemas.microsoft.com/office/drawing/2014/main" val="4149562441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2178094989"/>
                    </a:ext>
                  </a:extLst>
                </a:gridCol>
                <a:gridCol w="834537">
                  <a:extLst>
                    <a:ext uri="{9D8B030D-6E8A-4147-A177-3AD203B41FA5}">
                      <a16:colId xmlns:a16="http://schemas.microsoft.com/office/drawing/2014/main" val="547602120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16209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r>
                        <a:rPr lang="en-US" sz="900" dirty="0"/>
                        <a:t>2NF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Depends on half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Split by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3484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(3NF)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transitive dependencies (non-key → non-key)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Violates 3NF: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029200" cy="9601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Bagmati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Gurung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Bagmati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Gandaki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51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depends on city, not customer_id (transitive dependency)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Follows 3NF: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3200400" cy="685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Gurung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93192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3520440"/>
          <a:ext cx="2011680" cy="685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Bagmati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Gandaki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6400800" y="3291840"/>
            <a:ext cx="2286000" cy="10058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49224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= 2NF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4EAFE6-D61C-77AB-4319-2052BDB3D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28919"/>
              </p:ext>
            </p:extLst>
          </p:nvPr>
        </p:nvGraphicFramePr>
        <p:xfrm>
          <a:off x="5577840" y="1663964"/>
          <a:ext cx="31089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265">
                  <a:extLst>
                    <a:ext uri="{9D8B030D-6E8A-4147-A177-3AD203B41FA5}">
                      <a16:colId xmlns:a16="http://schemas.microsoft.com/office/drawing/2014/main" val="4149562441"/>
                    </a:ext>
                  </a:extLst>
                </a:gridCol>
                <a:gridCol w="1546058">
                  <a:extLst>
                    <a:ext uri="{9D8B030D-6E8A-4147-A177-3AD203B41FA5}">
                      <a16:colId xmlns:a16="http://schemas.microsoft.com/office/drawing/2014/main" val="2178094989"/>
                    </a:ext>
                  </a:extLst>
                </a:gridCol>
                <a:gridCol w="1004637">
                  <a:extLst>
                    <a:ext uri="{9D8B030D-6E8A-4147-A177-3AD203B41FA5}">
                      <a16:colId xmlns:a16="http://schemas.microsoft.com/office/drawing/2014/main" val="547602120"/>
                    </a:ext>
                  </a:extLst>
                </a:gridCol>
              </a:tblGrid>
              <a:tr h="1606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162092"/>
                  </a:ext>
                </a:extLst>
              </a:tr>
              <a:tr h="160622">
                <a:tc>
                  <a:txBody>
                    <a:bodyPr/>
                    <a:lstStyle/>
                    <a:p>
                      <a:r>
                        <a:rPr lang="en-US" sz="900" dirty="0"/>
                        <a:t>3NF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Depends on another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Split by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3484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Summary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4630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values (one value per cell)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lists in cells"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partial dependencies on composite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"Whole key"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transitive dependencies (non-key → non-key)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"Nothing but the key"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non-key attribute depends on the key, the whole key, and nothing but the key."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Normalize vs Denormalize: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38404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(OLTP)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systems, frequent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data integrity critical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3840480"/>
            <a:ext cx="38404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377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 (OLAP)</a:t>
            </a:r>
            <a:endParaRPr lang="en-US" sz="1200" dirty="0"/>
          </a:p>
        </p:txBody>
      </p:sp>
      <p:sp>
        <p:nvSpPr>
          <p:cNvPr id="3" name="Text 9"/>
          <p:cNvSpPr/>
          <p:nvPr/>
        </p:nvSpPr>
        <p:spPr>
          <a:xfrm>
            <a:off x="493776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dashboards, read-heavy,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 critical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database designs for different purposes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621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(Online Transaction Processing)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(Online Analytical Processing)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Day-to-day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&amp;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INSERT, UPDATE, 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(read-heavy)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(3NF)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Denormalized (Star/Snowflake)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Clerks, app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Analysts, managers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checkout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= OLAP database designed for fast querying of large historical datasets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42" y="-46923"/>
            <a:ext cx="27913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10553" y="525780"/>
            <a:ext cx="3916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data warehouse design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order_id, date_key,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product_key, customer_key,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quantity, amount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0" y="457200"/>
            <a:ext cx="219456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594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868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date_key, date, month,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219456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Customer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customer_key, name, city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26080" y="246888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19456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Product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product_key, name, category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69280" y="246888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0" y="3657600"/>
            <a:ext cx="219456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Store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store_key, name, city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320040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"Star"? Dimensions surround the central fact table like points of a star!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dimension tables — more joins, less redundancy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Sales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product_key,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category_key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182880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Product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product_key, name,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category_key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0" y="201168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2651760"/>
            <a:ext cx="1828800" cy="731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Category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category_key, name,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department_key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0" y="23774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657600"/>
            <a:ext cx="1828800" cy="6400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Department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department_key, name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0" y="33832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Customer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customer_key, name,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city_key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19456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" y="2834640"/>
            <a:ext cx="182880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City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154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city_key, city, state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28800" y="25603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branch out like snowflakes — more normalized, more joins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vs Snowflake Schema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Schema ❄️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Denormalized (flat)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(multiple tables)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Joins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joins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joins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redundancy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redundancy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to understand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tools,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storage is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Star Schema — simpler and optimized for analytics.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Snowflake only if you have specific storage constraints.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measurable business events (numbers you analyze)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fact_sales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315200" cy="1005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20240105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20240105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20240108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92024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(links to dimensions)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(numbers to analyze)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Measures: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sum across all dimensions (quantity, amount)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= SUM(amount)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Semi-Additive: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2024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sum across some dimensions (account balance)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3840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by date, not sum all dates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Non-Additive:</a:t>
            </a:r>
            <a:endParaRPr lang="en-US" sz="1100" dirty="0"/>
          </a:p>
        </p:txBody>
      </p:sp>
      <p:sp>
        <p:nvSpPr>
          <p:cNvPr id="5" name="Text 14"/>
          <p:cNvSpPr/>
          <p:nvPr/>
        </p:nvSpPr>
        <p:spPr>
          <a:xfrm>
            <a:off x="19202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sum (ratios, percentages)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= must recalculate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descriptive attributes (the "who, what, where, when")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931920" cy="685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685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2331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(special dimension)</a:t>
            </a:r>
            <a:endParaRPr lang="en-US" sz="1200" dirty="0"/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6492240" cy="6553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is_holiday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20240105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20240108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Design Tips: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surrogate keys (integer) not natural keys for better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 all attributes users might filter or group by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dimension should be pre-populated for several years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vs Dimension Tables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Measurements,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 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rows (millions+)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rows (thousands)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rows added constantly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Relatively 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to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Surrogate 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much? How many?"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"Who? What? Where? When?"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this way: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= "What happened" (events, transactions)   |   Dimension = "Context" (who, what, where, when)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Best Practices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Business Questions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will users ask? Design model to answer them.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Naming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dim_customer, fact_sales, date_key — be predictable.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Surrogate Keys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keys (1, 2, 3) are faster than natural keys (emails, codes).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Date Dimension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 for 10+ years with day, week, month, quarter, year.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Fact Tables Narrow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94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keys and measures — attributes go in dimensions.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explaining each table and column.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E-Commerce 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design a dimensional model for an e-commerce business like Daraz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to Answer: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total sales by month/quarter/year?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selling the most?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top customers by city?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 by category?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sales compare across different time periods?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Task: Design a star schema with 1 fact table and 4 dimension tables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Star Schema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737360"/>
            <a:ext cx="2743200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22402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sale_id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date_key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product_key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customer_key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store_key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unit_price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total_amount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"/>
            <a:ext cx="27432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685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date_key, full_date, day,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month, quarter, year, day_name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246888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customer_key, name,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email, city, state,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join_date, segment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0" y="25603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1920240"/>
            <a:ext cx="228600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product_key, name,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category, subcategory,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brand, price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0" y="25603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4023360"/>
            <a:ext cx="274320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4434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store_key, store_name,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city, state, type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Design Your 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complete data model for an e-commerce business: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fact table and what measures to include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4 dimension tables: Date, Customer, Product, Store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114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columns for each dimension with appropriate data types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880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star schema showing relationships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114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sample SQL to create these tables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114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886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joining fact + dimensions for a business question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ER diagram + SQL script with CREATE TABLE statements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is the blueprint before building your database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 show entities, attributes, and relationships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(1NF, 2NF, 3NF) reduces redundancy in OLTP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warehouses use Star or Snowflake schemas for analytics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store measures; Dimension tables store 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= simple + fast; Snowflake = normalized + complex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business questions when designing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surrogate keys and create a comprehensive date dimension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2063</Words>
  <Application>Microsoft Office PowerPoint</Application>
  <PresentationFormat>On-screen Show (16:9)</PresentationFormat>
  <Paragraphs>609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Modeling &amp; Database Design</dc:title>
  <dc:subject>PptxGenJS Presentation</dc:subject>
  <dc:creator>PptxGenJS</dc:creator>
  <cp:lastModifiedBy>Sauhar Khanal</cp:lastModifiedBy>
  <cp:revision>13</cp:revision>
  <dcterms:created xsi:type="dcterms:W3CDTF">2026-03-18T10:46:50Z</dcterms:created>
  <dcterms:modified xsi:type="dcterms:W3CDTF">2026-04-02T13:49:21Z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2026-03-18T12:14:51Z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d3410c50-24af-410d-80ab-4af1e5416614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