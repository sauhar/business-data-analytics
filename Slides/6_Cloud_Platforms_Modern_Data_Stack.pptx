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518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Modern Data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Analytics with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Cloud Computing for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Cloud Platforms: AWS, Azure, Google Cloud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568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Warehouses: Snowflake, BigQuery, Redshift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vs Data Warehouses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077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ETL Tools &amp; Data Pipelines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Cloud Data to Power BI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8587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&amp; Data Governance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33425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3342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Cloud Analytics with Power BI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resources delivered over the internet, on-demand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electricity: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build your own power plant — you plug in and pay for what you use. Cloud works the same way!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for Analytics: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hardware costs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69748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any data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anywhere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69748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resources in minutes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vs Cloud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(buy servers)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(pay per use)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965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9659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Weeks/months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 team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46888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29718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2971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47472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office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27432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in world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397764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3756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upgrades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97764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7220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today use hybrid approach: some on-premise, some cloud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Three Cloud Providers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control ~65% of the global cloud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ecosystem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Tools: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S3, Glue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743200" cy="640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Office 365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Tools: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Synapse, Power BI, Data Factory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AI/ML &amp; BigQuery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Tools: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Looker, Dataflow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analytics: store and analyze massive datasets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Cloud DW Special?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— optimized for analytics queries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processing (MPP) — queries run on multiple servers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storage &amp; compute — scale each independently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interface — use skills you already have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Options: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Multi-cloud, pay per second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374904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0604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great for Google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native, mature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374904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native, Power BI integrated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Snowflake: The Cloud Data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independent cloud data warehouse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Architecture: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731520"/>
          </a:xfrm>
          <a:prstGeom prst="rect">
            <a:avLst/>
          </a:prstGeom>
          <a:solidFill>
            <a:srgbClr val="29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metadata, optimization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1148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(Virtual Warehouses)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queries, scale up/down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41148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columnar storage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Snowflake is Popular: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AWS, Azure, and GCP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when queries 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maintenance required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data sharing across orgs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(query past data)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compute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 companies like Daraz, eSewa, and F1Soft are increasingly adopting cloud data warehouses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&amp; Redshift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Serverless — no 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Analyze petabytes in seconds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780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ML with 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16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analytics streaming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 per query (per TB scanned)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for: Google ecosystem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Mature &amp; battle-tested (since 2012)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39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 AWS integration (S3, Glue)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4780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Redshift Spectrum for data lake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16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Concurrency scaling auto-capacity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355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 per node (hourly/reserved)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for: Existing AWS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vs Data Warehouse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= Raw water reservoir (store everything, figure it out later)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= Filtered water supply (cleaned, structured, ready to use)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743200" cy="411480"/>
          </a:xfrm>
          <a:prstGeom prst="rect">
            <a:avLst/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7432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7432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all types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Processed: structured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61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76148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2761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76148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2761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145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145536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145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45536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3145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2958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5295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52958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5295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storage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52958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72200" y="35295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compute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13632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Speed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913632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3756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913632"/>
            <a:ext cx="2743200" cy="38404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(optimized)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429768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37560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exploration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429768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72200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ETL &amp; Data Pipeline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and transforming data in the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8288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Cloud ETL Tools: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560320"/>
            <a:ext cx="8229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2560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560320"/>
            <a:ext cx="12801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256032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201168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926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2926080"/>
            <a:ext cx="8229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06040" y="2926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2926080"/>
            <a:ext cx="12801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2926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ETL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256032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Microsoft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273552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0" y="3273552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06040" y="32735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3273552"/>
            <a:ext cx="12801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0440" y="3273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ETL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73552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3273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Python/Spark based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621024"/>
            <a:ext cx="201168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3621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Dataflow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0" y="3621024"/>
            <a:ext cx="8229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06040" y="362102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3621024"/>
            <a:ext cx="12801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20440" y="3621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ETL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621024"/>
            <a:ext cx="256032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6210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Beam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968496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3968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0" y="3968496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06040" y="39684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0" y="3968496"/>
            <a:ext cx="12801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20440" y="39684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Platform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3968496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3968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connectors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315968"/>
            <a:ext cx="201168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0320" y="4315968"/>
            <a:ext cx="8229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06040" y="43159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74720" y="4315968"/>
            <a:ext cx="128016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20440" y="43159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(T)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46320" y="4315968"/>
            <a:ext cx="2560320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92040" y="4315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SQL-based, version controlled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66344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02920" y="4663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60320" y="4663440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606040" y="46634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74720" y="4663440"/>
            <a:ext cx="12801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20440" y="4663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Platform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4663440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92040" y="4663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ELT: What's the Difference?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ETL: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645920" cy="548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64592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on separate server before loading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ELT: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64592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560320" y="2468880"/>
            <a:ext cx="164592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164592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inside the warehouse (SQL)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ELT is becoming standard: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warehouses are powerful enough to transform data directly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502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950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set up — just load raw data first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342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3342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— transform as needed, keep raw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183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7183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makes SQL transformations version-controlled and testable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Cloud Data to Power BI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has native connectors for all major cloud platforms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Cloud Architecture: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solidFill>
            <a:srgbClr val="29B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828800" cy="41148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828800" cy="4114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926080" y="1691640"/>
            <a:ext cx="2286000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852160" y="169164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19456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269748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0040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Modes: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023360" cy="5486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 Data copied to Power BI (fast, scheduled refresh)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160520"/>
            <a:ext cx="4023360" cy="5486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DirectQuery: Live connection (always current, fast source)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Connecting to Cloud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'Get Data' → Search for your cloud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Server Details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URL, database name, warehouse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Username/Password, Azure AD, or OAuth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(copy) or DirectQuery (live)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tables/views to load, preview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visualizations, publish to 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For large datasets, use DirectQuery to avoid refreshing millions of rows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&amp; Data Governance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data safe in the cloud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Manages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 data centers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Network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Hardware maintenance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security patches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access &amp; permissions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encryption settings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 security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&amp; policies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Security Features: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2011680" cy="8686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&amp; in transit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3794760"/>
            <a:ext cx="2011680" cy="8686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0604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Mgmt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2011680" cy="8686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accessed what, when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794760"/>
            <a:ext cx="2011680" cy="8686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in the Cloud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processes to manage data quality, security, and compliance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Data Governance: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checks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 rules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validation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2011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policies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protection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2011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lineage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glossary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2011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GDPR, HIPAA rules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retention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Management 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Scale 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pilot project, learn, then expand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Managed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cloud provider handle infrastructure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Tagging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resources for cost tracking and organization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8308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Monitoring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costs, performance, and security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code, automated pipelines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Lineage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where data comes from and goes 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cloud, have backup and recovery plans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0440"/>
            <a:ext cx="41148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Costs Monthly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bills can surprise you — monitor closely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Cloud Mistakes to Avoid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This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&amp; shifting without redesigning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architecture for cloud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cost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budgets and alerts from day 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Over-provisioning resources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use auto-scaling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strategy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backups and test recovery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access controls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023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least-privilege access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classification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840480"/>
            <a:ext cx="4023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sensitive data, apply controls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= on-demand resources, pay for what you 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Three: AWS (largest), Azure (Microsoft), GCP (Google/AI)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DW (Snowflake, BigQuery, Redshift) = fast analytics at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= raw storage; Data Warehouse = processed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is replacing ETL — transform inside the warehouse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to all major cloud sources natively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shared responsibility — you manage access &amp; policies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monitor costs, automate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Cloud Analytics with Power BI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a cloud data 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Cloud Account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free tier account on Azure, AWS, or GCP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Sample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NepalMart dataset to cloud storage/database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 Data → select cloud source → authenticate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 by region, category, time visualizations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 for sharing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Refresh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scheduled data refresh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Options for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platforms offer free tiers — no credit card needed to start!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16736"/>
            <a:ext cx="82296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1914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773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 TB queries, 10 GB 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75058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65169" y="131914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console.cloud.google.com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62556"/>
            <a:ext cx="82296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765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765" y="23911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750 hrs RDS, 5 GB S3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9071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19071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aws.amazon.com/free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2296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3906" y="3072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Trial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3906" y="33055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 credits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5058" y="30998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29538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signup.snowflake.com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Connecting to Azure SQL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 Desktop → Click 'Get Data'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932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914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'Azure SQL Database' → Click Connect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server: yourserver.database.windows.net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709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database name: nepalmart_analytics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87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'Database' auth → Enter username &amp; password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487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tables: fact_sales, dim_customer, dim_product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644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'Load' or 'Transform Data' if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2644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visualizations!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1614</Words>
  <Application>Microsoft Office PowerPoint</Application>
  <PresentationFormat>On-screen Show (16:9)</PresentationFormat>
  <Paragraphs>433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Platforms &amp; Modern Data Stack</dc:title>
  <dc:subject>PptxGenJS Presentation</dc:subject>
  <dc:creator>PptxGenJS</dc:creator>
  <cp:lastModifiedBy>Sauhar Khanal</cp:lastModifiedBy>
  <cp:revision>6</cp:revision>
  <dcterms:created xsi:type="dcterms:W3CDTF">2026-03-19T06:19:39Z</dcterms:created>
  <dcterms:modified xsi:type="dcterms:W3CDTF">2026-04-07T02:54:17Z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2026-03-20T13:01:46Z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12731f34-1d49-411b-8d6d-05e82cdfa6c7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