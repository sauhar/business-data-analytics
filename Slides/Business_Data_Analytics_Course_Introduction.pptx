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8" r:id="rId3"/>
    <p:sldId id="257" r:id="rId4"/>
    <p:sldId id="276" r:id="rId5"/>
    <p:sldId id="27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4038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 You Actually Learn?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Course Syllabus</a:t>
            </a:r>
            <a:endParaRPr lang="en-US" sz="2000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46E913B6-EC19-BEEE-F142-9DFB3AAEBEAE}"/>
              </a:ext>
            </a:extLst>
          </p:cNvPr>
          <p:cNvSpPr/>
          <p:nvPr/>
        </p:nvSpPr>
        <p:spPr>
          <a:xfrm>
            <a:off x="511127" y="502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Data Analytics With AI</a:t>
            </a:r>
            <a:endParaRPr lang="en-US" sz="4000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Course Syllabus - 13 Topics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1. Foundations of Analytics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2. Data Collection &amp; Preparation (ETL Basics)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3. SQL Fundamentals &amp; Database Concepts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4. Advanced SQL &amp; Window Functions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5. Data Modeling &amp; Database Design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0040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6. Cloud Platforms &amp; Modern Data Stack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0040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7. Data Visualization &amp; Storytelling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00400" y="2377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8. Exploratory Data Analysis (EDA)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0040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9. Business Analytics &amp; KPIs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94360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10. Experiments &amp; Testing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94360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11. Forecasting &amp; Optimization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0" y="2377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12. Advanced Dashboards &amp; Business Storytelling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94360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13. Capstone &amp; AI Projects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Let me explain each topic in simple words...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Foundations of Analytics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simple words: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start from zero. You'll learn what "data" really means, why companies care so much about it, and how looking at numbers helps make better business decisions.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me give you an example: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7772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shopkeeper counts daily sales, notes which items sell fast, and orders more of popular items. That's basic analytics. You'll learn this thinking process for any business.</a:t>
            </a:r>
          </a:p>
          <a:p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He's using data (sales numbers) to make decisions (what to order).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E40A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Types of Analytics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From understanding the past to predicting the future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0584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Descriptive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2834640" y="1417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3B82F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"What happened?"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46320" y="14173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Last month, we sold 500 momos. Saturday was busiest day.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21945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05840" y="2148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Diagnostic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834640" y="2148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8B5CF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"Why did it happen?"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46320" y="21488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Sales dropped 20% in Mangsir because of bandh and cold weather.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05840" y="2880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Predictive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834640" y="2880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"What will happen?"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46320" y="28803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Based on past trends, we'll sell 800 momos during Dashain week.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7200" y="365760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05840" y="3611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Prescriptive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834640" y="3611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"What should we do?"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46320" y="36118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Hire 2 extra staff on Saturday and stock 30% more chicken momo.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E40A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Types of Analytics - Real Example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Let's say you run a clothing store in New Road: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528011"/>
            <a:ext cx="4114800" cy="12801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09728" cy="12801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B82F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📊 Descriptive(What happened)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Your sales report shows: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• Total sales: Rs 5 lakh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• Best seller: Winter jackets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• Peak time: 2-5 PM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00600" y="1508760"/>
            <a:ext cx="4114800" cy="12801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00600" y="1508760"/>
            <a:ext cx="109728" cy="12801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8B5CF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🔍 Diagnostic(Why did it happen)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0" y="19202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You dig deeper: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• Jacket sales up because of cold wave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• Evening sales low due to load shedding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• Jeans not selling - wrong sizes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114800" cy="12801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109728" cy="12801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85800" y="3017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🔮 Predictive(What will happen)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85800" y="33375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You forecast: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• Next month: 20% more jacket sales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• Dashain: Kurta demand will spike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• February: Winter stock will slow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800600" y="2926080"/>
            <a:ext cx="4114800" cy="12801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800600" y="2926080"/>
            <a:ext cx="109728" cy="12801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029200" y="3017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✅ Prescriptive(How can we make it happen)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029200" y="33375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You take action: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• Order 50 more jackets NOW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• Stock kurtas before Dashain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• Run 30% off on winter items in Feb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Collecting &amp; Cleaning Data (ETL)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simple words: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565029"/>
            <a:ext cx="8229600" cy="5908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ETL:</a:t>
            </a:r>
            <a:b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sz="1400" dirty="0">
              <a:solidFill>
                <a:srgbClr val="6B728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Extract, Transform, Load. It means: Get data from different places → Clean &amp; organize it → Store it properly for analysis.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1606" y="2651760"/>
            <a:ext cx="8229600" cy="109728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1606" y="2651760"/>
            <a:ext cx="7772400" cy="106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Extract: Collect marks from different departments</a:t>
            </a:r>
          </a:p>
          <a:p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Transform: Standardize grades, calculate GPA</a:t>
            </a:r>
          </a:p>
          <a:p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Load: Store final results in the student database/data warehouse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SQL(Structured Query Language) - Talking to Databases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simple words: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is a language to ask questions to a database. You type a question, and the database gives you the answer from a large number of records in seconds.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8229600" cy="201168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Imagine a huge library: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7772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walk into a library with 10 lakh books. You need: "All Nepali mystery novels published after 2020."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help, you'd search for weeks.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 smart librarian, you get the list in minutes.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is that smart librarian for data. You ask in SQL language, and it finds exactly what you need instantly.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Advanced SQL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simple words: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SQL, but now you learn to ask smarter questions - rankings, comparisons, running totals all in one go.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8229600" cy="201168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vs Advanced: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7772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SQL: "What marks did Ram get?"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SQL: "What marks did Ram get, what's his rank in class, how much above or below average is he, and did he improve from the last exam?"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query, multiple answers. This is what companies actually need - not simple questions, but detailed analysis.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Pathao uses this to rank drivers, show their performance vs others, calculate bonuses - all automatically.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Data Modeling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simple words: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organize data so everything connects properly. Like designing a system before building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8229600" cy="201168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a wedding: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7772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need to track: Guest names, their relation (mama, fupu, sathi), food preference, table number, gift received.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organize this information and connect them (which guest sits at which table, what food they get(veg, non veg)) - that's data modeling.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 use this to connect Patients → Doctors → Tests → Medicines → Bills. Without proper modeling, nothing links properly.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Cloud Platforms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simple words: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someone else's powerful computers (Google, Amazon, Microsoft) over the internet instead of buying your own expensive machines.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8229600" cy="201168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using Pathao instead of buying a car: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7772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Buying a car: Expensive, maintenance headache, sits idle most of the time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Pathao: Pay only when you need, no maintenance tension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is the same idea. Why buy servers worth lakhs when you can rent computing power and pay only for what you use?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Busy day? Use more. Slow day? Use less, pay less.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Visualization - Making Charts &amp; Graphs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simple words: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boring numbers into pictures that anyone can understand in seconds. Also, learning to explain what those numbers actually mean.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8229600" cy="201168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example: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583181"/>
            <a:ext cx="77724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showing CEO: "January sales: 50L, February: 45L, March: 60L..." (boring!), you show a line chart with the trend and say: "Sales dropped 10% in Feb due to general strike, but recovered 33% in March after our discount campaign.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or Tableau helps to generate interactive reports.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Exploratory Data Analysis (EDA)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simple words: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doing serious analysis, you first look around the data: checking for patterns, problems, and knowing how to clean and model data. Like a detective investigating.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8229600" cy="201168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Buying a second-hand bike: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7772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don't just pay and take it home. First you explore: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Check engine sound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Look for scratches or dents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 the brakes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Ask about accident history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is the same - before trusting any data, you explore it first. Are there errors? Missing values? Something unusual?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KPIs - Numbers That Matter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simple words: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= Key Performance Indicator. The few important numbers that tell you if business is doing well or not. Not everything, just the critical stuff.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127738"/>
            <a:ext cx="8229600" cy="21945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215662"/>
            <a:ext cx="7772400" cy="1230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you're sick, what does the doctor check?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7772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Temperature, blood pressure, heart rate.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"vital signs" quickly tell if you're healthy or not.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are the same for business: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Restaurant: Daily customers, average bill, food cost %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App: Daily active users, time spent, crash rate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track what matters, ignore the unwanted track.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A/B Testing - Testing What 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simple words: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testing means comparing two options to see which one works better, using data instead of guesswork.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8229600" cy="2096086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run a momo shop: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7772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want more customers. Should you offer: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"Buy 2 plates, get 1 free"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"25% off on all momos"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guessing, test both!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1: Offer 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2: Offer B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which week had more sales. Winner becomes your permanent offer. That's A/B testing.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Forecasting - Predicting the Future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simple words: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past data to predict what will happen next. Not magic - just patterns.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8229600" cy="201168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mobile recharge: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7772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4 months: Rs 500, Rs 500, Rs 550, Rs 500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someone asks "How much will you recharge next month?" - you'd probably say "around Rs 500" right?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just did forecasting! You looked at past pattern and predicted future.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forecasting is prediction, but not all prediction is forecasting.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Bhatbhateni predicts "We'll need 50,000 kg rice this Dashain" based on last 3 years data. They stock just right - no waste, no shortage.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Building Dashboards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simple words: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 single screen where boss can see all important numbers - updating automatically, interactive, professional looking.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8229600" cy="201168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your car's dashboard: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7772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drive, you see speed, fuel, temperature - all in one glance. You don't need to open the engine to check.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dashboards work the same way. CEO opens one screen and sees: today's sales, expenses, profit, top products, problem areas.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important, one place, updates live.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Final Project + AI Tools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simple words: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 a real project using everything you learned. Plus, we teach you how AI tools like ChatGPT can make your work 10x faster.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8229600" cy="201168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like a driving test: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7772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learned steering, brakes, gears, traffic rules separately.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driving test comes - you use ALL skills together in a real situation.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becomes your portfolio to show employers.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2310</TotalTime>
  <Words>1724</Words>
  <Application>Microsoft Office PowerPoint</Application>
  <PresentationFormat>On-screen Show (16:9)</PresentationFormat>
  <Paragraphs>199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Syllabus - Simple Guide</dc:title>
  <dc:subject>PptxGenJS Presentation</dc:subject>
  <dc:creator>SkillShikshya</dc:creator>
  <cp:lastModifiedBy>Sauhar Khanal</cp:lastModifiedBy>
  <cp:revision>64</cp:revision>
  <dcterms:created xsi:type="dcterms:W3CDTF">2026-01-26T15:43:52Z</dcterms:created>
  <dcterms:modified xsi:type="dcterms:W3CDTF">2026-03-23T12:23:33Z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b2248cf-7f03-4ea3-bc21-100a3e94dc1a_Enabled">
    <vt:lpwstr>true</vt:lpwstr>
  </property>
  <property fmtid="{D5CDD505-2E9C-101B-9397-08002B2CF9AE}" pid="3" name="MSIP_Label_0b2248cf-7f03-4ea3-bc21-100a3e94dc1a_SetDate">
    <vt:lpwstr>2026-01-26T16:13:56Z</vt:lpwstr>
  </property>
  <property fmtid="{D5CDD505-2E9C-101B-9397-08002B2CF9AE}" pid="4" name="MSIP_Label_0b2248cf-7f03-4ea3-bc21-100a3e94dc1a_Method">
    <vt:lpwstr>Standard</vt:lpwstr>
  </property>
  <property fmtid="{D5CDD505-2E9C-101B-9397-08002B2CF9AE}" pid="5" name="MSIP_Label_0b2248cf-7f03-4ea3-bc21-100a3e94dc1a_Name">
    <vt:lpwstr>defa4170-0d19-0005-0004-bc88714345d2</vt:lpwstr>
  </property>
  <property fmtid="{D5CDD505-2E9C-101B-9397-08002B2CF9AE}" pid="6" name="MSIP_Label_0b2248cf-7f03-4ea3-bc21-100a3e94dc1a_SiteId">
    <vt:lpwstr>8ccadef0-d125-45d2-82b6-d3a9d60db293</vt:lpwstr>
  </property>
  <property fmtid="{D5CDD505-2E9C-101B-9397-08002B2CF9AE}" pid="7" name="MSIP_Label_0b2248cf-7f03-4ea3-bc21-100a3e94dc1a_ActionId">
    <vt:lpwstr>9eef4081-a9bb-4885-9d21-5b3b6bf0023d</vt:lpwstr>
  </property>
  <property fmtid="{D5CDD505-2E9C-101B-9397-08002B2CF9AE}" pid="8" name="MSIP_Label_0b2248cf-7f03-4ea3-bc21-100a3e94dc1a_ContentBits">
    <vt:lpwstr>0</vt:lpwstr>
  </property>
  <property fmtid="{D5CDD505-2E9C-101B-9397-08002B2CF9AE}" pid="9" name="MSIP_Label_0b2248cf-7f03-4ea3-bc21-100a3e94dc1a_Tag">
    <vt:lpwstr>10, 3, 0, 1</vt:lpwstr>
  </property>
</Properties>
</file>