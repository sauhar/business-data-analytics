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920240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0"/>
            <a:ext cx="9144000" cy="54864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dirty_cafe_sales.pbix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BI Project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Transformations  ·  Cleaned Columns  ·  DAX Measures  ·  Location Hierarchy  ·  Dashboard Visuals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84832"/>
            <a:ext cx="1572768" cy="877824"/>
          </a:xfrm>
          <a:prstGeom prst="rect">
            <a:avLst/>
          </a:prstGeom>
          <a:solidFill>
            <a:srgbClr val="EFF6FF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84832"/>
            <a:ext cx="1572768" cy="45720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157984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Table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30352" y="2395728"/>
            <a:ext cx="14264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dirty_cafe_sales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39696" y="2084832"/>
            <a:ext cx="1572768" cy="877824"/>
          </a:xfrm>
          <a:prstGeom prst="rect">
            <a:avLst/>
          </a:prstGeom>
          <a:solidFill>
            <a:srgbClr val="F0FDFA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39696" y="2084832"/>
            <a:ext cx="1572768" cy="45720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12848" y="2157984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 Columns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212848" y="2395728"/>
            <a:ext cx="14264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new columns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22192" y="2084832"/>
            <a:ext cx="1572768" cy="877824"/>
          </a:xfrm>
          <a:prstGeom prst="rect">
            <a:avLst/>
          </a:prstGeom>
          <a:solidFill>
            <a:srgbClr val="FFFBEB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22192" y="2084832"/>
            <a:ext cx="1572768" cy="45720"/>
          </a:xfrm>
          <a:prstGeom prst="rect">
            <a:avLst/>
          </a:prstGeom>
          <a:solidFill>
            <a:srgbClr val="B45309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95344" y="2157984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DAX Measure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895344" y="2395728"/>
            <a:ext cx="14264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Cash Revenue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04688" y="2084832"/>
            <a:ext cx="1572768" cy="877824"/>
          </a:xfrm>
          <a:prstGeom prst="rect">
            <a:avLst/>
          </a:prstGeom>
          <a:solidFill>
            <a:srgbClr val="F5F3FF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04688" y="2084832"/>
            <a:ext cx="1572768" cy="45720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2157984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577840" y="2395728"/>
            <a:ext cx="14264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 Hierarchy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87184" y="2084832"/>
            <a:ext cx="1572768" cy="877824"/>
          </a:xfrm>
          <a:prstGeom prst="rect">
            <a:avLst/>
          </a:prstGeom>
          <a:solidFill>
            <a:srgbClr val="F0FDF4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87184" y="2084832"/>
            <a:ext cx="1572768" cy="45720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60336" y="2157984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260336" y="2395728"/>
            <a:ext cx="142646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Visuals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127248"/>
            <a:ext cx="1956816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31272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Source Data — Overview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560320" y="3127248"/>
            <a:ext cx="1956816" cy="347472"/>
          </a:xfrm>
          <a:prstGeom prst="rect">
            <a:avLst/>
          </a:prstGeom>
          <a:solidFill>
            <a:srgbClr val="F0FDFA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33472" y="31272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Power Query Transformations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3127248"/>
            <a:ext cx="1956816" cy="347472"/>
          </a:xfrm>
          <a:prstGeom prst="rect">
            <a:avLst/>
          </a:prstGeom>
          <a:solidFill>
            <a:srgbClr val="F0FDF4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31272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Cleaned Columns Created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766560" y="3127248"/>
            <a:ext cx="1956816" cy="347472"/>
          </a:xfrm>
          <a:prstGeom prst="rect">
            <a:avLst/>
          </a:prstGeom>
          <a:solidFill>
            <a:srgbClr val="FFFBEB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39712" y="31272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Recalculated Total Spent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" y="3547872"/>
            <a:ext cx="1956816" cy="347472"/>
          </a:xfrm>
          <a:prstGeom prst="rect">
            <a:avLst/>
          </a:prstGeom>
          <a:solidFill>
            <a:srgbClr val="FEF2F2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35478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DAX Measure — Cash Revenue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560320" y="3547872"/>
            <a:ext cx="1956816" cy="347472"/>
          </a:xfrm>
          <a:prstGeom prst="rect">
            <a:avLst/>
          </a:prstGeom>
          <a:solidFill>
            <a:srgbClr val="F5F3FF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33472" y="35478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Location Hierarchy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63440" y="3547872"/>
            <a:ext cx="1956816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36592" y="35478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Dashboard Visuals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773168"/>
            <a:ext cx="859536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 ·  Business Data Analytics with AI  ·  Cafe Sales Dataset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3657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Data — dirty_cafe_sales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420624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dataset loaded from CSV — 8 columns, 10,000 rows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786384"/>
            <a:ext cx="8631936" cy="292608"/>
          </a:xfrm>
          <a:prstGeom prst="rect">
            <a:avLst/>
          </a:prstGeom>
          <a:solidFill>
            <a:srgbClr val="EFF6FF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786384"/>
            <a:ext cx="54864" cy="292608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786384"/>
            <a:ext cx="8430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raw CSV had dirty values: ERROR and UNKNOWN in multiple columns. All cleaning was done in Power Query.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188720"/>
            <a:ext cx="4187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8 Columns: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1481328"/>
            <a:ext cx="4187952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1481328"/>
            <a:ext cx="54864" cy="365760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48132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 ID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83664" y="1481328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ID for each sale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6032" y="1901952"/>
            <a:ext cx="41879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1901952"/>
            <a:ext cx="54864" cy="365760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190195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883664" y="1901952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Coffee, Tea, Cookie, Juice, Cake, Sandwich, Smoothie, Salad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187952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2322576"/>
            <a:ext cx="54864" cy="365760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32257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Quantity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883664" y="2322576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units sold (had ERROR/UNKNOWN values)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2743200"/>
            <a:ext cx="41879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" y="2743200"/>
            <a:ext cx="54864" cy="365760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743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Per Unit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883664" y="274320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price per item (had ERROR/UNKNOWN values)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6032" y="3163824"/>
            <a:ext cx="4187952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3163824"/>
            <a:ext cx="54864" cy="365760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316382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Spent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883664" y="3163824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Quantity × Price — had ERROR/UNKNOWN values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6032" y="3584448"/>
            <a:ext cx="41879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" y="3584448"/>
            <a:ext cx="54864" cy="365760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358444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 Method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883664" y="3584448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Cash, Credit Card, Digital Wallet (had ERROR/UNKNOWN)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" y="4005072"/>
            <a:ext cx="4187952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6032" y="4005072"/>
            <a:ext cx="54864" cy="365760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400507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883664" y="4005072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In-store / Takeaway (had ERROR/UNKNOWN values)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56032" y="4425696"/>
            <a:ext cx="41879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6032" y="4425696"/>
            <a:ext cx="54864" cy="365760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442569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 Date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883664" y="4425696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of sale — 2023-01-01 to 2023-12-31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00016" y="1188720"/>
            <a:ext cx="4187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Dirty Values Found: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00016" y="1481328"/>
            <a:ext cx="4187952" cy="402336"/>
          </a:xfrm>
          <a:prstGeom prst="rect">
            <a:avLst/>
          </a:prstGeom>
          <a:solidFill>
            <a:srgbClr val="FEF2F2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00016" y="1481328"/>
            <a:ext cx="54864" cy="402336"/>
          </a:xfrm>
          <a:prstGeom prst="rect">
            <a:avLst/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28032" y="148132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Method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693408" y="1481328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599 rows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461504" y="148132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+ UNKNOWN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00016" y="1956816"/>
            <a:ext cx="4187952" cy="402336"/>
          </a:xfrm>
          <a:prstGeom prst="rect">
            <a:avLst/>
          </a:prstGeom>
          <a:solidFill>
            <a:srgbClr val="FEF2F2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00016" y="1956816"/>
            <a:ext cx="54864" cy="402336"/>
          </a:xfrm>
          <a:prstGeom prst="rect">
            <a:avLst/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28032" y="195681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693408" y="1956816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696 rows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461504" y="195681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+ UNKNOWN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00016" y="2432304"/>
            <a:ext cx="4187952" cy="402336"/>
          </a:xfrm>
          <a:prstGeom prst="rect">
            <a:avLst/>
          </a:prstGeom>
          <a:solidFill>
            <a:srgbClr val="FEF2F2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00016" y="2432304"/>
            <a:ext cx="54864" cy="402336"/>
          </a:xfrm>
          <a:prstGeom prst="rect">
            <a:avLst/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28032" y="243230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693408" y="2432304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636 rows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461504" y="243230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+ UNKNOWN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700016" y="2907792"/>
            <a:ext cx="4187952" cy="402336"/>
          </a:xfrm>
          <a:prstGeom prst="rect">
            <a:avLst/>
          </a:prstGeom>
          <a:solidFill>
            <a:srgbClr val="FEF2F2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00016" y="2907792"/>
            <a:ext cx="54864" cy="402336"/>
          </a:xfrm>
          <a:prstGeom prst="rect">
            <a:avLst/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28032" y="290779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Quantity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693408" y="2907792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341 rows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7461504" y="290779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+ UNKNOWN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700016" y="3383280"/>
            <a:ext cx="4187952" cy="402336"/>
          </a:xfrm>
          <a:prstGeom prst="rect">
            <a:avLst/>
          </a:prstGeom>
          <a:solidFill>
            <a:srgbClr val="FEF2F2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00016" y="3383280"/>
            <a:ext cx="54864" cy="402336"/>
          </a:xfrm>
          <a:prstGeom prst="rect">
            <a:avLst/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28032" y="338328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Per Unit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693408" y="3383280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354 rows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7461504" y="338328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+ UNKNOWN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700016" y="3858768"/>
            <a:ext cx="4187952" cy="402336"/>
          </a:xfrm>
          <a:prstGeom prst="rect">
            <a:avLst/>
          </a:prstGeom>
          <a:solidFill>
            <a:srgbClr val="FEF2F2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700016" y="3858768"/>
            <a:ext cx="54864" cy="402336"/>
          </a:xfrm>
          <a:prstGeom prst="rect">
            <a:avLst/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28032" y="385876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Spent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6693408" y="3858768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varies rows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7461504" y="385876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+ UNKNOWN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700016" y="4334256"/>
            <a:ext cx="4187952" cy="402336"/>
          </a:xfrm>
          <a:prstGeom prst="rect">
            <a:avLst/>
          </a:prstGeom>
          <a:solidFill>
            <a:srgbClr val="FEF2F2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700016" y="4334256"/>
            <a:ext cx="54864" cy="402336"/>
          </a:xfrm>
          <a:prstGeom prst="rect">
            <a:avLst/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828032" y="433425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Date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6693408" y="4334256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301 rows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7461504" y="433425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+ UNKNOWN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56032" y="4700016"/>
            <a:ext cx="8631936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56032" y="4700016"/>
            <a:ext cx="54864" cy="347472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84048" y="4700016"/>
            <a:ext cx="8430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dirty values were replaced with null in Power Query using Replace Values — keeping the rows but marking the data as missing.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3657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Query — All Transformations Applied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420624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step applied in the Applied Steps panel of Power Query Editor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786384"/>
            <a:ext cx="8631936" cy="292608"/>
          </a:xfrm>
          <a:prstGeom prst="rect">
            <a:avLst/>
          </a:prstGeom>
          <a:solidFill>
            <a:srgbClr val="F0FDFA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786384"/>
            <a:ext cx="54864" cy="292608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786384"/>
            <a:ext cx="8430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→ Transform Data to open Power Query. All steps below were applied in order and saved with Close &amp; Apply.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188720"/>
            <a:ext cx="4187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Steps: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1481328"/>
            <a:ext cx="4187952" cy="384048"/>
          </a:xfrm>
          <a:prstGeom prst="rect">
            <a:avLst/>
          </a:prstGeom>
          <a:solidFill>
            <a:srgbClr val="F0FDFA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1481328"/>
            <a:ext cx="54864" cy="384048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1554480"/>
            <a:ext cx="237744" cy="237744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5544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" y="1481328"/>
            <a:ext cx="3712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 Data Type — Transaction Date to Date type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1883664"/>
            <a:ext cx="4187952" cy="384048"/>
          </a:xfrm>
          <a:prstGeom prst="rect">
            <a:avLst/>
          </a:prstGeom>
          <a:solidFill>
            <a:srgbClr val="F0FDFA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1883664"/>
            <a:ext cx="54864" cy="384048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" y="1956816"/>
            <a:ext cx="237744" cy="237744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19568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" y="1883664"/>
            <a:ext cx="3712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 Data Type — Quantity to Whole Number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2286000"/>
            <a:ext cx="4187952" cy="384048"/>
          </a:xfrm>
          <a:prstGeom prst="rect">
            <a:avLst/>
          </a:prstGeom>
          <a:solidFill>
            <a:srgbClr val="F0FDFA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2286000"/>
            <a:ext cx="54864" cy="384048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2359152"/>
            <a:ext cx="237744" cy="237744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35915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" y="2286000"/>
            <a:ext cx="3712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 Data Type — Price Per Unit to Decimal Number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2688336"/>
            <a:ext cx="4187952" cy="384048"/>
          </a:xfrm>
          <a:prstGeom prst="rect">
            <a:avLst/>
          </a:prstGeom>
          <a:solidFill>
            <a:srgbClr val="F0FDFA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2688336"/>
            <a:ext cx="54864" cy="384048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" y="2761488"/>
            <a:ext cx="237744" cy="237744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276148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8368" y="2688336"/>
            <a:ext cx="3712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 Data Type — Total Spent to Decimal Number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6032" y="3090672"/>
            <a:ext cx="4187952" cy="384048"/>
          </a:xfrm>
          <a:prstGeom prst="rect">
            <a:avLst/>
          </a:prstGeom>
          <a:solidFill>
            <a:srgbClr val="F0FDFA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" y="3090672"/>
            <a:ext cx="54864" cy="384048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7472" y="3163824"/>
            <a:ext cx="237744" cy="237744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31638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8368" y="3090672"/>
            <a:ext cx="3712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Values — 'ERROR' → null in Payment Method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56032" y="3493008"/>
            <a:ext cx="4187952" cy="384048"/>
          </a:xfrm>
          <a:prstGeom prst="rect">
            <a:avLst/>
          </a:prstGeom>
          <a:solidFill>
            <a:srgbClr val="F0FDFA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6032" y="3493008"/>
            <a:ext cx="54864" cy="384048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7472" y="3566160"/>
            <a:ext cx="237744" cy="237744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35661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8368" y="3493008"/>
            <a:ext cx="3712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Values — 'UNKNOWN' → null in Payment Method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56032" y="3895344"/>
            <a:ext cx="4187952" cy="384048"/>
          </a:xfrm>
          <a:prstGeom prst="rect">
            <a:avLst/>
          </a:prstGeom>
          <a:solidFill>
            <a:srgbClr val="F0FDFA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6032" y="3895344"/>
            <a:ext cx="54864" cy="384048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7472" y="3968496"/>
            <a:ext cx="237744" cy="237744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396849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58368" y="3895344"/>
            <a:ext cx="3712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Values — 'ERROR' → null in Location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56032" y="4297680"/>
            <a:ext cx="4187952" cy="384048"/>
          </a:xfrm>
          <a:prstGeom prst="rect">
            <a:avLst/>
          </a:prstGeom>
          <a:solidFill>
            <a:srgbClr val="F0FDFA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6032" y="4297680"/>
            <a:ext cx="54864" cy="384048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47472" y="4370832"/>
            <a:ext cx="237744" cy="237744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" y="437083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58368" y="4297680"/>
            <a:ext cx="3712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Values — 'UNKNOWN' → null in Location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700016" y="1188720"/>
            <a:ext cx="4187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New Columns: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700016" y="1481328"/>
            <a:ext cx="4187952" cy="384048"/>
          </a:xfrm>
          <a:prstGeom prst="rect">
            <a:avLst/>
          </a:prstGeom>
          <a:solidFill>
            <a:srgbClr val="F0FDF4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00016" y="1481328"/>
            <a:ext cx="54864" cy="384048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91456" y="1554480"/>
            <a:ext cx="237744" cy="237744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91456" y="15544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102352" y="1481328"/>
            <a:ext cx="3712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Column — Conditional Column: Reverified Payment Method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700016" y="1883664"/>
            <a:ext cx="4187952" cy="384048"/>
          </a:xfrm>
          <a:prstGeom prst="rect">
            <a:avLst/>
          </a:prstGeom>
          <a:solidFill>
            <a:srgbClr val="F0FDF4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00016" y="1883664"/>
            <a:ext cx="54864" cy="384048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91456" y="1956816"/>
            <a:ext cx="237744" cy="237744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91456" y="19568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102352" y="1883664"/>
            <a:ext cx="3712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Column — Conditional Column: Reverified Location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700016" y="2286000"/>
            <a:ext cx="4187952" cy="384048"/>
          </a:xfrm>
          <a:prstGeom prst="rect">
            <a:avLst/>
          </a:prstGeom>
          <a:solidFill>
            <a:srgbClr val="F0FDF4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700016" y="2286000"/>
            <a:ext cx="54864" cy="384048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91456" y="2359152"/>
            <a:ext cx="237744" cy="237744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91456" y="235915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102352" y="2286000"/>
            <a:ext cx="3712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Column — Custom Column: Recalculated Total Spent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700016" y="2688336"/>
            <a:ext cx="4187952" cy="384048"/>
          </a:xfrm>
          <a:prstGeom prst="rect">
            <a:avLst/>
          </a:prstGeom>
          <a:solidFill>
            <a:srgbClr val="F0FDF4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00016" y="2688336"/>
            <a:ext cx="54864" cy="384048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91456" y="2761488"/>
            <a:ext cx="237744" cy="237744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91456" y="276148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5102352" y="2688336"/>
            <a:ext cx="3712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Column — Conditional Column: Item Category (Food/Drink)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256032" y="4224528"/>
            <a:ext cx="4187952" cy="402336"/>
          </a:xfrm>
          <a:prstGeom prst="rect">
            <a:avLst/>
          </a:prstGeom>
          <a:solidFill>
            <a:srgbClr val="F0FDFA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56032" y="4224528"/>
            <a:ext cx="54864" cy="402336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84048" y="4261104"/>
            <a:ext cx="4005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Replace Values: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384048" y="4425696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and UNKNOWN are not real values — replacing with null tells Power BI the data is missing so it is excluded from calculations correctly.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700016" y="4224528"/>
            <a:ext cx="4187952" cy="402336"/>
          </a:xfrm>
          <a:prstGeom prst="rect">
            <a:avLst/>
          </a:prstGeom>
          <a:solidFill>
            <a:srgbClr val="F0FDF4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700016" y="4224528"/>
            <a:ext cx="54864" cy="402336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828032" y="4261104"/>
            <a:ext cx="4005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Add Columns: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4828032" y="4425696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columns clean up the data and add business logic — Reverified columns standardise values, Recalculated fixes Total Spent where it was missing.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56032" y="4700016"/>
            <a:ext cx="8631936" cy="347472"/>
          </a:xfrm>
          <a:prstGeom prst="rect">
            <a:avLst/>
          </a:prstGeom>
          <a:solidFill>
            <a:srgbClr val="F0FDFA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56032" y="4700016"/>
            <a:ext cx="54864" cy="347472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84048" y="4700016"/>
            <a:ext cx="8430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fix Data Types FIRST before adding any calculated columns — wrong types cause errors in all downstream steps.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3657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 Columns — Reverified Payment Method &amp; Location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420624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Columns created to replace ERROR/UNKNOWN with clean labels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786384"/>
            <a:ext cx="8631936" cy="292608"/>
          </a:xfrm>
          <a:prstGeom prst="rect">
            <a:avLst/>
          </a:prstGeom>
          <a:solidFill>
            <a:srgbClr val="F0FDF4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786384"/>
            <a:ext cx="54864" cy="292608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786384"/>
            <a:ext cx="8430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Column → Conditional Column — opens a dialog to set IF/THEN/ELSE rules without writing M code.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188720"/>
            <a:ext cx="4187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Reverified Payment Method: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1481328"/>
            <a:ext cx="4187952" cy="1481328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1481328"/>
            <a:ext cx="54864" cy="1481328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536192"/>
            <a:ext cx="400507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Conditional Column Logic: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[Payment Method] = "Cash"          then "Cash"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[Payment Method] = "Credit Card"   then "Credit Card"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[Payment Method] = "Digital Wallet" then "Digital Wallet"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null     -- ERROR and UNKNOWN become null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" y="3017520"/>
            <a:ext cx="4187952" cy="256032"/>
          </a:xfrm>
          <a:prstGeom prst="rect">
            <a:avLst/>
          </a:prstGeom>
          <a:solidFill>
            <a:srgbClr val="F0FDF4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017520"/>
            <a:ext cx="4041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 Null replaces ERROR/UNKNOWN — 3 clean values: Cash, Credit Card, Digital Wallet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3328416"/>
            <a:ext cx="4187952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346704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column values: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7472" y="3547872"/>
            <a:ext cx="40050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 →  2,258 rows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7472" y="3639312"/>
            <a:ext cx="40050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Card  →  2,273 rows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7472" y="3730752"/>
            <a:ext cx="40050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Wallet  →  2,291 rows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7472" y="3822192"/>
            <a:ext cx="400507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(unknown)  →  3,178 rows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00016" y="1188720"/>
            <a:ext cx="4187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Reverified Location: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0016" y="1481328"/>
            <a:ext cx="4187952" cy="1481328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0016" y="1481328"/>
            <a:ext cx="54864" cy="1481328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1536192"/>
            <a:ext cx="400507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Conditional Column Logic: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[Location] = "In-store"   then "In-store"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[Location] = "Takeaway"    then "Takeaway"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null     -- ERROR and UNKNOWN become null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0016" y="3017520"/>
            <a:ext cx="4187952" cy="256032"/>
          </a:xfrm>
          <a:prstGeom prst="rect">
            <a:avLst/>
          </a:prstGeom>
          <a:solidFill>
            <a:srgbClr val="F0FDF4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9744" y="3017520"/>
            <a:ext cx="4041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 Null replaces ERROR/UNKNOWN — 2 clean values: In-store, Takeaway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0016" y="3328416"/>
            <a:ext cx="4187952" cy="106070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91456" y="3346704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create in Power Query: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91456" y="3547872"/>
            <a:ext cx="4005072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Go to Add Column tab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91456" y="3663086"/>
            <a:ext cx="4005072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Click Conditional Column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91456" y="3778301"/>
            <a:ext cx="4005072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Set Column Name: Reverified Location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91456" y="3893515"/>
            <a:ext cx="4005072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IF Location equals In-store THEN In-store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91456" y="4008730"/>
            <a:ext cx="4005072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Add another IF: equals Takeaway THEN Takeaway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91456" y="4123944"/>
            <a:ext cx="4005072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Set Else to null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91456" y="4239158"/>
            <a:ext cx="4005072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 Click OK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56032" y="4700016"/>
            <a:ext cx="8631936" cy="347472"/>
          </a:xfrm>
          <a:prstGeom prst="rect">
            <a:avLst/>
          </a:prstGeom>
          <a:solidFill>
            <a:srgbClr val="F0FDF4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6032" y="4700016"/>
            <a:ext cx="54864" cy="347472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4700016"/>
            <a:ext cx="8430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Column creates a new column — it does NOT change the original. Both the original column and the cleaned column exist in the table.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B45309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3657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Recalculated Total Spent — Custom Column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420624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to fix rows where Total Spent was ERROR or UNKNOWN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786384"/>
            <a:ext cx="8631936" cy="292608"/>
          </a:xfrm>
          <a:prstGeom prst="rect">
            <a:avLst/>
          </a:prstGeom>
          <a:solidFill>
            <a:srgbClr val="FFFBEB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786384"/>
            <a:ext cx="54864" cy="292608"/>
          </a:xfrm>
          <a:prstGeom prst="rect">
            <a:avLst/>
          </a:prstGeom>
          <a:solidFill>
            <a:srgbClr val="B45309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786384"/>
            <a:ext cx="8430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Column → Custom Column — write M formula to recalculate Total Spent where it is missing.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188720"/>
            <a:ext cx="4187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1481328"/>
            <a:ext cx="4187952" cy="658368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1481328"/>
            <a:ext cx="54864" cy="658368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536192"/>
            <a:ext cx="40050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Original Total Spent column had: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"ERROR" string values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"UNKNOWN" string values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Some correct numeric values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" y="2194560"/>
            <a:ext cx="4187952" cy="804672"/>
          </a:xfrm>
          <a:prstGeom prst="rect">
            <a:avLst/>
          </a:prstGeom>
          <a:solidFill>
            <a:srgbClr val="FEF2F2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2194560"/>
            <a:ext cx="54864" cy="804672"/>
          </a:xfrm>
          <a:prstGeom prst="rect">
            <a:avLst/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231136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a problem: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4048" y="2432304"/>
            <a:ext cx="40050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SUM(Total Spent) in DAX cannot add text values like ERROR or UNKNOWN. These rows contribute nothing to your Revenue total — causing understated results.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00016" y="1188720"/>
            <a:ext cx="4187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 — Custom Column: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0016" y="1481328"/>
            <a:ext cx="4187952" cy="1316736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0016" y="1481328"/>
            <a:ext cx="54864" cy="1316736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1536192"/>
            <a:ext cx="4005072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Custom Column formula (Add Column → Custom Column):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[Total Spent] = "ERROR" or [Total Spent] = "UNKNOWN"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[Quantity] &lt;&gt; null and [Price Per Unit] &lt;&gt; null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Number.From([Quantity]) * Number.From([Price Per Unit])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null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Number.From([Total Spent])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0016" y="2852928"/>
            <a:ext cx="4187952" cy="256032"/>
          </a:xfrm>
          <a:prstGeom prst="rect">
            <a:avLst/>
          </a:prstGeom>
          <a:solidFill>
            <a:srgbClr val="F0FDF4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9744" y="2852928"/>
            <a:ext cx="4041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 Recalculated Total Spent — numeric column with null where data is unrecoverable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00016" y="3182112"/>
            <a:ext cx="4187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 explained: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0016" y="3456432"/>
            <a:ext cx="4187952" cy="274320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0016" y="3456432"/>
            <a:ext cx="54864" cy="274320"/>
          </a:xfrm>
          <a:prstGeom prst="rect">
            <a:avLst/>
          </a:prstGeom>
          <a:solidFill>
            <a:srgbClr val="B45309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3456432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59552" y="3456432"/>
            <a:ext cx="3255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if Total Spent is ERROR or UNKNOWN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0016" y="3785616"/>
            <a:ext cx="418795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0016" y="3785616"/>
            <a:ext cx="54864" cy="274320"/>
          </a:xfrm>
          <a:prstGeom prst="rect">
            <a:avLst/>
          </a:prstGeom>
          <a:solidFill>
            <a:srgbClr val="B45309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3785616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59552" y="3785616"/>
            <a:ext cx="3255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yes — try to recover: Quantity × Price Per Unit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00016" y="4114800"/>
            <a:ext cx="4187952" cy="274320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0016" y="4114800"/>
            <a:ext cx="54864" cy="274320"/>
          </a:xfrm>
          <a:prstGeom prst="rect">
            <a:avLst/>
          </a:prstGeom>
          <a:solidFill>
            <a:srgbClr val="B45309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4114800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59552" y="4114800"/>
            <a:ext cx="3255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Quantity or Price also missing → set to null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00016" y="4443984"/>
            <a:ext cx="418795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0016" y="4443984"/>
            <a:ext cx="54864" cy="274320"/>
          </a:xfrm>
          <a:prstGeom prst="rect">
            <a:avLst/>
          </a:prstGeom>
          <a:solidFill>
            <a:srgbClr val="B45309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28032" y="4443984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59552" y="4443984"/>
            <a:ext cx="3255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Total Spent was already a valid number → keep it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6032" y="4700016"/>
            <a:ext cx="8631936" cy="347472"/>
          </a:xfrm>
          <a:prstGeom prst="rect">
            <a:avLst/>
          </a:prstGeom>
          <a:solidFill>
            <a:srgbClr val="FFFBEB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6032" y="4700016"/>
            <a:ext cx="54864" cy="347472"/>
          </a:xfrm>
          <a:prstGeom prst="rect">
            <a:avLst/>
          </a:prstGeom>
          <a:solidFill>
            <a:srgbClr val="B45309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4700016"/>
            <a:ext cx="8430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column is used in ALL revenue measures in the dashboard — SUM(Recalculated Total Spent) instead of SUM(Total Spent).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3657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DAX Measure — Cash Revenue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420624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in Modeling tab → New Measure in the Measure table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786384"/>
            <a:ext cx="8631936" cy="292608"/>
          </a:xfrm>
          <a:prstGeom prst="rect">
            <a:avLst/>
          </a:prstGeom>
          <a:solidFill>
            <a:srgbClr val="FEF2F2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786384"/>
            <a:ext cx="54864" cy="292608"/>
          </a:xfrm>
          <a:prstGeom prst="rect">
            <a:avLst/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786384"/>
            <a:ext cx="8430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 tab → New Measure → type the DAX formula → press Enter. The measure appears in the Fields panel.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188720"/>
            <a:ext cx="4187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Revenue Measure: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1481328"/>
            <a:ext cx="4187952" cy="877824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1481328"/>
            <a:ext cx="54864" cy="877824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536192"/>
            <a:ext cx="4005072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Cash Revenue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CALCULATE(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SUM( dirty_cafe_sales[Recalculated Total Spent] 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dirty_cafe_sales[Reverified Payment Method] = "Cash"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" y="2414016"/>
            <a:ext cx="4187952" cy="256032"/>
          </a:xfrm>
          <a:prstGeom prst="rect">
            <a:avLst/>
          </a:prstGeom>
          <a:solidFill>
            <a:srgbClr val="F0FDF4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414016"/>
            <a:ext cx="4041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 Total revenue from Cash transactions only — filters SUM to Cash rows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6032" y="2743200"/>
            <a:ext cx="4187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3035808"/>
            <a:ext cx="4187952" cy="32918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3035808"/>
            <a:ext cx="54864" cy="329184"/>
          </a:xfrm>
          <a:prstGeom prst="rect">
            <a:avLst/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03580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9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517904" y="3035808"/>
            <a:ext cx="2852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the filter context for the expression inside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6032" y="3419856"/>
            <a:ext cx="418795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3419856"/>
            <a:ext cx="54864" cy="329184"/>
          </a:xfrm>
          <a:prstGeom prst="rect">
            <a:avLst/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41985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9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SUM(...)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517904" y="3419856"/>
            <a:ext cx="2852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all Recalculated Total Spent values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" y="3803904"/>
            <a:ext cx="4187952" cy="329184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" y="3803904"/>
            <a:ext cx="54864" cy="329184"/>
          </a:xfrm>
          <a:prstGeom prst="rect">
            <a:avLst/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80390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9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517904" y="3803904"/>
            <a:ext cx="2852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Restricts to rows where Payment Method = Cash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6032" y="4187952"/>
            <a:ext cx="418795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4187952"/>
            <a:ext cx="54864" cy="329184"/>
          </a:xfrm>
          <a:prstGeom prst="rect">
            <a:avLst/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41879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9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517904" y="4187952"/>
            <a:ext cx="2852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from Cash only — changes with slicers too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00016" y="1188720"/>
            <a:ext cx="4187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in this Visual: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0016" y="1481328"/>
            <a:ext cx="4187952" cy="621792"/>
          </a:xfrm>
          <a:prstGeom prst="rect">
            <a:avLst/>
          </a:prstGeom>
          <a:solidFill>
            <a:srgbClr val="F5F3FF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0016" y="1481328"/>
            <a:ext cx="54864" cy="621792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1481328"/>
            <a:ext cx="40050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Chart — Cash Revenue by Location Hierarchy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00016" y="2212848"/>
            <a:ext cx="4187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this pattern for other payments: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00016" y="2505456"/>
            <a:ext cx="4187952" cy="475488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0016" y="2505456"/>
            <a:ext cx="54864" cy="475488"/>
          </a:xfrm>
          <a:prstGeom prst="rect">
            <a:avLst/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2523744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Card Revenue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28032" y="2743200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 SUM(...), [Reverified Payment Method] = "Credit Card" 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00016" y="3035808"/>
            <a:ext cx="41879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00016" y="3035808"/>
            <a:ext cx="54864" cy="475488"/>
          </a:xfrm>
          <a:prstGeom prst="rect">
            <a:avLst/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8032" y="3054096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Wallet Revenue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828032" y="3273552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 SUM(...), [Reverified Payment Method] = "Digital Wallet" 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700016" y="3566160"/>
            <a:ext cx="4187952" cy="475488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00016" y="3566160"/>
            <a:ext cx="54864" cy="475488"/>
          </a:xfrm>
          <a:prstGeom prst="rect">
            <a:avLst/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28032" y="3584448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Revenue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828032" y="3803904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 SUM(...), [Reverified Location] = "Takeaway" 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00016" y="4096512"/>
            <a:ext cx="41879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00016" y="4096512"/>
            <a:ext cx="54864" cy="475488"/>
          </a:xfrm>
          <a:prstGeom prst="rect">
            <a:avLst/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28032" y="4114800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Instore Revenue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828032" y="4334256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 SUM(...), [Reverified Location] = "In-store" )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56032" y="4700016"/>
            <a:ext cx="8631936" cy="347472"/>
          </a:xfrm>
          <a:prstGeom prst="rect">
            <a:avLst/>
          </a:prstGeom>
          <a:solidFill>
            <a:srgbClr val="FEF2F2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56032" y="4700016"/>
            <a:ext cx="54864" cy="347472"/>
          </a:xfrm>
          <a:prstGeom prst="rect">
            <a:avLst/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4048" y="4700016"/>
            <a:ext cx="8430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Revenue is stored in the 'Measure' table. Right-click any table in Fields panel → New Measure to add more measures.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3657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Hierarchy — Drill-Down Navigation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420624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in Model View to enable drill-down from Location → Payment Method → Item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786384"/>
            <a:ext cx="8631936" cy="292608"/>
          </a:xfrm>
          <a:prstGeom prst="rect">
            <a:avLst/>
          </a:prstGeom>
          <a:solidFill>
            <a:srgbClr val="F5F3FF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786384"/>
            <a:ext cx="54864" cy="292608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786384"/>
            <a:ext cx="8430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Hierarchy = a structured grouping of columns you can drill through in a visual. Click the fork arrow to drill down.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188720"/>
            <a:ext cx="4187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Hierarchy Structure: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1481328"/>
            <a:ext cx="822960" cy="713232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48132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" y="18288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33856" y="1481328"/>
            <a:ext cx="3310128" cy="713232"/>
          </a:xfrm>
          <a:prstGeom prst="rect">
            <a:avLst/>
          </a:prstGeom>
          <a:solidFill>
            <a:srgbClr val="F5F3FF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3584" y="151790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Reverified Location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43584" y="179222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 In-store  /  Takeaway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6032" y="2194560"/>
            <a:ext cx="82296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56032" y="2286000"/>
            <a:ext cx="822960" cy="713232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28600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6032" y="263347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33856" y="2286000"/>
            <a:ext cx="3310128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43584" y="232257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Reverified Payment Method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43584" y="259689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 Cash  /  Credit Card  /  Digital Wallet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56032" y="2999232"/>
            <a:ext cx="82296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56032" y="3090672"/>
            <a:ext cx="822960" cy="713232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09067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6032" y="3438144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133856" y="3090672"/>
            <a:ext cx="3310128" cy="713232"/>
          </a:xfrm>
          <a:prstGeom prst="rect">
            <a:avLst/>
          </a:prstGeom>
          <a:solidFill>
            <a:srgbClr val="F5F3FF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43584" y="312724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43584" y="340156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 Coffee  /  Tea  /  Cake  ...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00016" y="1188720"/>
            <a:ext cx="4187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Create the Hierarchy: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0016" y="1481328"/>
            <a:ext cx="4187952" cy="384048"/>
          </a:xfrm>
          <a:prstGeom prst="rect">
            <a:avLst/>
          </a:prstGeom>
          <a:solidFill>
            <a:srgbClr val="F5F3FF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0016" y="1481328"/>
            <a:ext cx="54864" cy="384048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91456" y="1554480"/>
            <a:ext cx="237744" cy="237744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91456" y="15544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02352" y="1481328"/>
            <a:ext cx="3712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Report View → Fields panel on the right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0016" y="1828800"/>
            <a:ext cx="4187952" cy="384048"/>
          </a:xfrm>
          <a:prstGeom prst="rect">
            <a:avLst/>
          </a:prstGeom>
          <a:solidFill>
            <a:srgbClr val="F5F3FF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0016" y="1828800"/>
            <a:ext cx="54864" cy="384048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91456" y="1901952"/>
            <a:ext cx="237744" cy="237744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91456" y="190195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02352" y="1828800"/>
            <a:ext cx="3712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dirty_cafe_sales table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00016" y="2176272"/>
            <a:ext cx="4187952" cy="384048"/>
          </a:xfrm>
          <a:prstGeom prst="rect">
            <a:avLst/>
          </a:prstGeom>
          <a:solidFill>
            <a:srgbClr val="F5F3FF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00016" y="2176272"/>
            <a:ext cx="54864" cy="384048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91456" y="2249424"/>
            <a:ext cx="237744" cy="237744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91456" y="22494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102352" y="2176272"/>
            <a:ext cx="3712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Right-click Reverified Location column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00016" y="2523744"/>
            <a:ext cx="4187952" cy="384048"/>
          </a:xfrm>
          <a:prstGeom prst="rect">
            <a:avLst/>
          </a:prstGeom>
          <a:solidFill>
            <a:srgbClr val="F5F3FF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00016" y="2523744"/>
            <a:ext cx="54864" cy="384048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91456" y="2596896"/>
            <a:ext cx="237744" cy="237744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91456" y="259689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102352" y="2523744"/>
            <a:ext cx="3712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'Create Hierarchy'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700016" y="2871216"/>
            <a:ext cx="4187952" cy="384048"/>
          </a:xfrm>
          <a:prstGeom prst="rect">
            <a:avLst/>
          </a:prstGeom>
          <a:solidFill>
            <a:srgbClr val="F5F3FF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00016" y="2871216"/>
            <a:ext cx="54864" cy="384048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91456" y="2944368"/>
            <a:ext cx="237744" cy="237744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91456" y="294436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102352" y="2871216"/>
            <a:ext cx="3712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hierarchy appears: 'Reverified Location Hierarchy'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700016" y="3218688"/>
            <a:ext cx="4187952" cy="384048"/>
          </a:xfrm>
          <a:prstGeom prst="rect">
            <a:avLst/>
          </a:prstGeom>
          <a:solidFill>
            <a:srgbClr val="F5F3FF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00016" y="3218688"/>
            <a:ext cx="54864" cy="384048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91456" y="3291840"/>
            <a:ext cx="237744" cy="237744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91456" y="32918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102352" y="3218688"/>
            <a:ext cx="3712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Right-click it → Rename to 'Location Hierarchy'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700016" y="3566160"/>
            <a:ext cx="4187952" cy="384048"/>
          </a:xfrm>
          <a:prstGeom prst="rect">
            <a:avLst/>
          </a:prstGeom>
          <a:solidFill>
            <a:srgbClr val="F5F3FF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700016" y="3566160"/>
            <a:ext cx="54864" cy="384048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91456" y="3639312"/>
            <a:ext cx="237744" cy="237744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91456" y="363931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102352" y="3566160"/>
            <a:ext cx="3712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Reverified Payment Method onto the hierarchy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700016" y="3913632"/>
            <a:ext cx="4187952" cy="384048"/>
          </a:xfrm>
          <a:prstGeom prst="rect">
            <a:avLst/>
          </a:prstGeom>
          <a:solidFill>
            <a:srgbClr val="F5F3FF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00016" y="3913632"/>
            <a:ext cx="54864" cy="384048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91456" y="3986784"/>
            <a:ext cx="237744" cy="237744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91456" y="398678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5102352" y="3913632"/>
            <a:ext cx="3712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becomes Level 2 automatically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4700016" y="4261104"/>
            <a:ext cx="4187952" cy="384048"/>
          </a:xfrm>
          <a:prstGeom prst="rect">
            <a:avLst/>
          </a:prstGeom>
          <a:solidFill>
            <a:srgbClr val="F5F3FF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700016" y="4261104"/>
            <a:ext cx="54864" cy="384048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791456" y="4334256"/>
            <a:ext cx="237744" cy="237744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91456" y="433425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5102352" y="4261104"/>
            <a:ext cx="3712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Item onto the hierarchy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700016" y="4608576"/>
            <a:ext cx="4187952" cy="384048"/>
          </a:xfrm>
          <a:prstGeom prst="rect">
            <a:avLst/>
          </a:prstGeom>
          <a:solidFill>
            <a:srgbClr val="F5F3FF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00016" y="4608576"/>
            <a:ext cx="54864" cy="384048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791456" y="4681728"/>
            <a:ext cx="237744" cy="237744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91456" y="468172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102352" y="4608576"/>
            <a:ext cx="3712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becomes Level 3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256032" y="4700016"/>
            <a:ext cx="8631936" cy="347472"/>
          </a:xfrm>
          <a:prstGeom prst="rect">
            <a:avLst/>
          </a:prstGeom>
          <a:solidFill>
            <a:srgbClr val="F5F3FF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56032" y="4700016"/>
            <a:ext cx="54864" cy="347472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84048" y="4700016"/>
            <a:ext cx="8430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Line Chart — drag 'Location Hierarchy' onto the X axis. Click the fork arrow on the chart to enable drill-down mode. Then click any bar to drill into the next level.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3657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— 4 Visuals on Page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420624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visual shows and which fields/measures are used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786384"/>
            <a:ext cx="8631936" cy="292608"/>
          </a:xfrm>
          <a:prstGeom prst="rect">
            <a:avLst/>
          </a:prstGeom>
          <a:solidFill>
            <a:srgbClr val="EFF6FF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786384"/>
            <a:ext cx="54864" cy="292608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786384"/>
            <a:ext cx="8430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4 visuals use the cleaned columns (Reverified) and the Recalculated Total Spent — not the original dirty columns.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188720"/>
            <a:ext cx="4261104" cy="310896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188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Donut Chart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" y="153619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Quantity by Location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1792224"/>
            <a:ext cx="4261104" cy="237744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792224"/>
            <a:ext cx="768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Values: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52144" y="1792224"/>
            <a:ext cx="3310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 dirty_cafe_sales[Quantity] 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2066544"/>
            <a:ext cx="426110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066544"/>
            <a:ext cx="768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Legend: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52144" y="2066544"/>
            <a:ext cx="3310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dirty_cafe_sales[Reverified Location]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6032" y="2377440"/>
            <a:ext cx="4261104" cy="475488"/>
          </a:xfrm>
          <a:prstGeom prst="rect">
            <a:avLst/>
          </a:prstGeom>
          <a:solidFill>
            <a:srgbClr val="F0FDFA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2377440"/>
            <a:ext cx="54864" cy="475488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395728"/>
            <a:ext cx="4096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Shows: Split of total units sold between In-store and Takeaway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65760" y="2615184"/>
            <a:ext cx="4096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Uses Reverified Location (not the original dirty Location column)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18304" y="1188720"/>
            <a:ext cx="4261104" cy="310896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9744" y="1188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Clustered Column Chart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9744" y="153619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Payment Method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18304" y="1792224"/>
            <a:ext cx="4261104" cy="23774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9744" y="1792224"/>
            <a:ext cx="768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Axis: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614416" y="1792224"/>
            <a:ext cx="3310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dirty_cafe_sales[Reverified Payment Method]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18304" y="2066544"/>
            <a:ext cx="426110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9744" y="2066544"/>
            <a:ext cx="768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Axis: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614416" y="2066544"/>
            <a:ext cx="3310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 dirty_cafe_sales[Recalculated Total Spent] 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18304" y="2377440"/>
            <a:ext cx="4261104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18304" y="2377440"/>
            <a:ext cx="54864" cy="475488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2395728"/>
            <a:ext cx="4096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Shows: Total revenue comparison across Cash, Credit Card and Digital Wallet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28032" y="2615184"/>
            <a:ext cx="4096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Uses Recalculated Total Spent to fix the ERROR/UNKNOWN values in original Total Spent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56032" y="3200400"/>
            <a:ext cx="4261104" cy="310896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320040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Line Chart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7472" y="354787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by Month and Payment Method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56032" y="3803904"/>
            <a:ext cx="4261104" cy="237744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3803904"/>
            <a:ext cx="768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Axis: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152144" y="3803904"/>
            <a:ext cx="3310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 Date Hierarchy → Month level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56032" y="4078224"/>
            <a:ext cx="426110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" y="4078224"/>
            <a:ext cx="768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Axis: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152144" y="4078224"/>
            <a:ext cx="3310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DISTINCTCOUNT( Recalculated Total Spent 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56032" y="4352544"/>
            <a:ext cx="4261104" cy="237744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" y="4352544"/>
            <a:ext cx="768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Legend: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152144" y="4352544"/>
            <a:ext cx="3310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Reverified Payment Method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56032" y="4663440"/>
            <a:ext cx="4261104" cy="475488"/>
          </a:xfrm>
          <a:prstGeom prst="rect">
            <a:avLst/>
          </a:prstGeom>
          <a:solidFill>
            <a:srgbClr val="F0FDF4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56032" y="4663440"/>
            <a:ext cx="54864" cy="475488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4681728"/>
            <a:ext cx="4096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Shows: Monthly order count trend — one line per payment method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65760" y="4901184"/>
            <a:ext cx="4096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Uses Date Hierarchy built into Transaction Date column automatically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18304" y="3200400"/>
            <a:ext cx="4261104" cy="310896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9744" y="320040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Line Chart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809744" y="354787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Revenue by Location Hierarchy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718304" y="3803904"/>
            <a:ext cx="4261104" cy="237744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09744" y="3803904"/>
            <a:ext cx="768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Axis: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614416" y="3803904"/>
            <a:ext cx="3310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Measure[Cash Revenue]   ← the DAX measure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718304" y="4078224"/>
            <a:ext cx="426110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09744" y="4078224"/>
            <a:ext cx="768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Axis: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614416" y="4078224"/>
            <a:ext cx="3310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 Hierarchy (Location → Payment → Item)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718304" y="4389120"/>
            <a:ext cx="4261104" cy="475488"/>
          </a:xfrm>
          <a:prstGeom prst="rect">
            <a:avLst/>
          </a:prstGeom>
          <a:solidFill>
            <a:srgbClr val="F5F3FF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718304" y="4389120"/>
            <a:ext cx="54864" cy="475488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28032" y="4407408"/>
            <a:ext cx="4096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Shows: Cash revenue drillable from Location down to Payment Method down to Item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4828032" y="4626864"/>
            <a:ext cx="4096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This is the only visual using the DAX Measure and the Location Hierarchy drill-down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dirty_cafe_sales.pbix — Complete Summary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852160" y="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 ·  All transformations, columns, measures and visuals in one page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749808"/>
            <a:ext cx="2066544" cy="310896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74980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Query Transforms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2066544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115568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Fixed: Transaction Date → Date type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1508760"/>
            <a:ext cx="206654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1508760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Fixed: Quantity → Whole Number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" y="1901952"/>
            <a:ext cx="2066544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1901952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Fixed: Price Per Unit → Decimal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2295144"/>
            <a:ext cx="206654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" y="2295144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Fixed: Total Spent → Decimal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6032" y="2688336"/>
            <a:ext cx="2066544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" y="2688336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Replaced ERROR → null (all columns)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" y="3081528"/>
            <a:ext cx="206654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" y="3081528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Replaced UNKNOWN → null (all columns)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6032" y="3474720"/>
            <a:ext cx="2066544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" y="3474720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&amp; Apply to save all steps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432304" y="749808"/>
            <a:ext cx="2066544" cy="310896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05456" y="74980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Columns Added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432304" y="1115568"/>
            <a:ext cx="2066544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05456" y="1115568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Reverified Payment Method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432304" y="1508760"/>
            <a:ext cx="206654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05456" y="1508760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(Conditional — cleans ERROR/UNKNOWN)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432304" y="1901952"/>
            <a:ext cx="2066544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05456" y="1901952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Reverified Location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432304" y="2295144"/>
            <a:ext cx="206654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05456" y="2295144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(Conditional — cleans ERROR/UNKNOWN)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432304" y="2688336"/>
            <a:ext cx="2066544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05456" y="2688336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Recalculated Total Spent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432304" y="3081528"/>
            <a:ext cx="206654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05456" y="3081528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(Custom — Qty × Price where missing)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432304" y="3474720"/>
            <a:ext cx="2066544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05456" y="3474720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 Category (Food / Drink)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432304" y="3867912"/>
            <a:ext cx="206654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05456" y="3867912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(Conditional — groups items)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608576" y="749808"/>
            <a:ext cx="2066544" cy="310896"/>
          </a:xfrm>
          <a:prstGeom prst="rect">
            <a:avLst/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81728" y="74980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DAX Measure Created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08576" y="1115568"/>
            <a:ext cx="2066544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81728" y="1115568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Table: Measure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08576" y="1508760"/>
            <a:ext cx="206654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81728" y="1508760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08576" y="1901952"/>
            <a:ext cx="2066544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81728" y="1901952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Cash Revenue =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608576" y="2295144"/>
            <a:ext cx="206654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81728" y="2295144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CALCULATE(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608576" y="2688336"/>
            <a:ext cx="2066544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81728" y="2688336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 [Recalculated Total Spent] ),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608576" y="3081528"/>
            <a:ext cx="206654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81728" y="3081528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[Reverified Payment Method]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608576" y="3474720"/>
            <a:ext cx="2066544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81728" y="3474720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= "Cash"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608576" y="3867912"/>
            <a:ext cx="206654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81728" y="3867912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784848" y="749808"/>
            <a:ext cx="2066544" cy="310896"/>
          </a:xfrm>
          <a:prstGeom prst="rect">
            <a:avLst/>
          </a:prstGeom>
          <a:solidFill>
            <a:srgbClr val="6D28D9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58000" y="74980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Hierarchy &amp; Visuals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784848" y="1115568"/>
            <a:ext cx="2066544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58000" y="1115568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Hierarchy: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784848" y="1508760"/>
            <a:ext cx="206654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58000" y="1508760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L1: Reverified Location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784848" y="1901952"/>
            <a:ext cx="2066544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58000" y="1901952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L2: Reverified Payment Method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6784848" y="2295144"/>
            <a:ext cx="206654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58000" y="2295144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L3: Item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784848" y="2688336"/>
            <a:ext cx="2066544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858000" y="2688336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784848" y="3081528"/>
            <a:ext cx="206654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858000" y="3081528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Visuals on Page 1: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784848" y="3474720"/>
            <a:ext cx="2066544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858000" y="3474720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1. Donut: Qty by Location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784848" y="3867912"/>
            <a:ext cx="206654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858000" y="3867912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2. Column: Revenue by Payment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6784848" y="4261104"/>
            <a:ext cx="2066544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858000" y="4261104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3. Line: Orders by Month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6784848" y="4654296"/>
            <a:ext cx="206654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858000" y="4654296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4. Line: Cash Rev by Hierarchy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2026-05-20T12:47:02Z</dcterms:created>
  <dcterms:modified xsi:type="dcterms:W3CDTF">2026-05-20T12:47:02Z</dcterms:modified>
</cp:coreProperties>
</file>