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4" r:id="rId7"/>
    <p:sldId id="266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5758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3047695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047695" y="4869180"/>
            <a:ext cx="3048610" cy="2743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96305" y="4869180"/>
            <a:ext cx="3047695" cy="2743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1097280" y="-914400"/>
            <a:ext cx="4114800" cy="4114800"/>
          </a:xfrm>
          <a:prstGeom prst="ellipse">
            <a:avLst/>
          </a:prstGeom>
          <a:solidFill>
            <a:srgbClr val="1E1B4B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32320" y="2286000"/>
            <a:ext cx="3200400" cy="3200400"/>
          </a:xfrm>
          <a:prstGeom prst="ellipse">
            <a:avLst/>
          </a:prstGeom>
          <a:solidFill>
            <a:srgbClr val="042F2E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Comparison Guide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 Developer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  Business Analyst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  Data Analyst</a:t>
            </a:r>
            <a:endParaRPr lang="en-US" sz="44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4572000" cy="36576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2461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do · What they need · Where they earn · How to choose your path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91440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Does This Comparison Matter?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658368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91440" cy="65836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06984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three roles are often confused — even by hiring managers. Understanding the difference helps you choose the right career path and market yourself correctly.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420624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91440" cy="62179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029968"/>
            <a:ext cx="310896" cy="31089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0299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191109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Overview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194560"/>
            <a:ext cx="3520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role actually does day-to-day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624328"/>
            <a:ext cx="420624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624328"/>
            <a:ext cx="91440" cy="62179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2779776"/>
            <a:ext cx="310896" cy="310896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7797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68680" y="266090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&amp; Tools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2944368"/>
            <a:ext cx="3520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and non-technical skill requirements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374136"/>
            <a:ext cx="420624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374136"/>
            <a:ext cx="91440" cy="62179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529584"/>
            <a:ext cx="310896" cy="310896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5295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68680" y="341071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&amp; Background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3694176"/>
            <a:ext cx="3520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degrees, certifications and entry paths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4123944"/>
            <a:ext cx="420624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4123944"/>
            <a:ext cx="91440" cy="6217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" y="4279392"/>
            <a:ext cx="310896" cy="31089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42793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68680" y="41605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Head-to-Head Comparison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8680" y="4443984"/>
            <a:ext cx="3520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Side-by-side on 10 key dimensions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1874520"/>
            <a:ext cx="420624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54880" y="1874520"/>
            <a:ext cx="91440" cy="62179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937760" y="2029968"/>
            <a:ext cx="310896" cy="31089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37760" y="20299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49240" y="191109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 &amp; Job Market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49240" y="2194560"/>
            <a:ext cx="3520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Nepal and global salary ranges, demand outlook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2624328"/>
            <a:ext cx="420624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754880" y="2624328"/>
            <a:ext cx="91440" cy="62179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937760" y="2779776"/>
            <a:ext cx="310896" cy="310896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937760" y="27797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49240" y="266090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Progression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49240" y="2944368"/>
            <a:ext cx="3520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each role leads in 5–10 years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54880" y="3374136"/>
            <a:ext cx="420624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754880" y="3374136"/>
            <a:ext cx="91440" cy="62179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937760" y="3529584"/>
            <a:ext cx="310896" cy="310896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937760" y="35295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07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349240" y="341071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Role Is For You?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349240" y="3694176"/>
            <a:ext cx="3520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framework — pick your path today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— Role Overview: What They Do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1051560"/>
            <a:ext cx="2834640" cy="3749040"/>
          </a:xfrm>
          <a:prstGeom prst="rect">
            <a:avLst/>
          </a:prstGeom>
          <a:solidFill>
            <a:srgbClr val="F1F5F9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1168" y="1051560"/>
            <a:ext cx="2834640" cy="9601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10896" y="114300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0896" y="1143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212848" y="1188720"/>
            <a:ext cx="713232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12848" y="1188720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</a:rPr>
              <a:t>Technical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92608" y="171907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 Developer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" y="199339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the data infrastructure &amp; dashboards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8328" y="2176272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" y="210312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Designs and builds data warehouses &amp; data marts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8328" y="2596896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" y="2523744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Develops ETL pipelines to move and transform data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8328" y="301752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" y="2944368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Power BI / Tableau dashboards for end users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8328" y="3438144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" y="3364992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complex SQL queries and stored procedures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8328" y="3858768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3776" y="3785616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data models and semantic layers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8328" y="4279392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3776" y="420624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Optimizes report performance and data refresh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72968" y="1051560"/>
            <a:ext cx="2834640" cy="3749040"/>
          </a:xfrm>
          <a:prstGeom prst="rect">
            <a:avLst/>
          </a:prstGeom>
          <a:solidFill>
            <a:srgbClr val="F1F5F9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172968" y="1051560"/>
            <a:ext cx="2834640" cy="9601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82696" y="114300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82696" y="1143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184648" y="1188720"/>
            <a:ext cx="713232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84648" y="1188720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91B2"/>
                </a:solidFill>
              </a:rPr>
              <a:t>Process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264408" y="171907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Analyst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64408" y="199339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Bridges the gap between business &amp; IT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10128" y="2176272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465576" y="210312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Gathers and documents business requirements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310128" y="2596896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465576" y="2523744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current-state vs future-state processes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310128" y="3017520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465576" y="2944368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business requirements documents (BRDs)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310128" y="3438144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465576" y="3364992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Facilitates workshops with stakeholders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310128" y="3858768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465576" y="3785616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KPIs and success metrics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310128" y="4279392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465576" y="420624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project scope, risks and timelines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44768" y="1051560"/>
            <a:ext cx="2834640" cy="3749040"/>
          </a:xfrm>
          <a:prstGeom prst="rect">
            <a:avLst/>
          </a:prstGeom>
          <a:solidFill>
            <a:srgbClr val="F1F5F9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144768" y="1051560"/>
            <a:ext cx="2834640" cy="9601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254496" y="114300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254496" y="1143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8156448" y="1188720"/>
            <a:ext cx="713232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156448" y="1188720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</a:rPr>
              <a:t>Insight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236208" y="171907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Analyst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236208" y="199339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raw data into actionable insights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281928" y="2176272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437376" y="210312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Cleans, explores and analyzes large datasets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281928" y="2596896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437376" y="2523744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trends, patterns and anomalies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281928" y="3017520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437376" y="2944368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charts, reports and visual stories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281928" y="3438144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437376" y="3364992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A/B tests and statistical analyses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281928" y="3858768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437376" y="3785616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business questions using data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281928" y="4279392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437376" y="420624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Presents findings to non-technical audiences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— Skills &amp; Tools Required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1051560"/>
            <a:ext cx="2834640" cy="42062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10896" y="1051560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 Developer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1168" y="1508760"/>
            <a:ext cx="2834640" cy="274320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🔧  Technical Skills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" y="1883664"/>
            <a:ext cx="91440" cy="10972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" y="182880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(Advanced)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9184" y="2157984"/>
            <a:ext cx="91440" cy="10972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210312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/ Tableau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9184" y="2432304"/>
            <a:ext cx="91440" cy="10972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237744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Warehousing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9184" y="2706624"/>
            <a:ext cx="91440" cy="10972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" y="265176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/ SSIS / ADF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9184" y="2980944"/>
            <a:ext cx="91440" cy="10972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" y="292608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DAX / MDX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9184" y="3255264"/>
            <a:ext cx="91440" cy="10972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" y="320040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Scala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9184" y="3529584"/>
            <a:ext cx="91440" cy="10972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" y="347472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/ AWS / GCP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9184" y="3803904"/>
            <a:ext cx="91440" cy="10972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" y="374904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01168" y="4096512"/>
            <a:ext cx="2834640" cy="256032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92608" y="409651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🤝  Soft Skills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9184" y="4443984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5488" y="4389120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to detail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9184" y="4681728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5488" y="4626864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thinking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9184" y="4919472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5488" y="4864608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solving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9184" y="5157216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5488" y="5102352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01168" y="4663440"/>
            <a:ext cx="2834640" cy="38404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92608" y="466344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Power BI  ·  SQL Server  ·  Azure Synapse  ·  dbt  ·  SSIS  ·  Databricks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172968" y="1051560"/>
            <a:ext cx="2834640" cy="42062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282696" y="1051560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Analyst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172968" y="1508760"/>
            <a:ext cx="2834640" cy="274320"/>
          </a:xfrm>
          <a:prstGeom prst="rect">
            <a:avLst/>
          </a:prstGeom>
          <a:solidFill>
            <a:srgbClr val="E0F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264408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🔧  Technical Skills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300984" y="1883664"/>
            <a:ext cx="91440" cy="10972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447288" y="182880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(Advanced)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300984" y="2157984"/>
            <a:ext cx="91440" cy="10972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447288" y="210312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(Basic–Mid)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300984" y="2432304"/>
            <a:ext cx="91440" cy="10972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447288" y="237744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Mapping (BPMN)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300984" y="2706624"/>
            <a:ext cx="91440" cy="10972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447288" y="265176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Writing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300984" y="2980944"/>
            <a:ext cx="91440" cy="10972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447288" y="292608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Wireframing / Figma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300984" y="3255264"/>
            <a:ext cx="91440" cy="10972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447288" y="320040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/ Confluence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300984" y="3529584"/>
            <a:ext cx="91440" cy="10972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447288" y="347472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(Basic)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300984" y="3803904"/>
            <a:ext cx="91440" cy="10972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447288" y="374904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Diagrams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172968" y="4096512"/>
            <a:ext cx="2834640" cy="256032"/>
          </a:xfrm>
          <a:prstGeom prst="rect">
            <a:avLst/>
          </a:prstGeom>
          <a:solidFill>
            <a:srgbClr val="E0F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264408" y="409651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🤝  Soft Skills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300984" y="4443984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447288" y="4389120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300984" y="4681728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3447288" y="4626864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mgmt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300984" y="4919472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447288" y="4864608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thinking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300984" y="5157216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447288" y="5102352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Facilitation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3172968" y="4663440"/>
            <a:ext cx="2834640" cy="38404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3264408" y="466344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MS Office  ·  JIRA  ·  Lucidchart  ·  Confluence  ·  Visio  ·  Miro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6144768" y="1051560"/>
            <a:ext cx="2834640" cy="42062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254496" y="1051560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Analyst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6144768" y="1508760"/>
            <a:ext cx="2834640" cy="27432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236208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🔧  Technical Skills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272784" y="1883664"/>
            <a:ext cx="91440" cy="10972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6419088" y="182880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(Intermediate)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6272784" y="2157984"/>
            <a:ext cx="91440" cy="10972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6419088" y="210312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(Pandas/NumPy)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6272784" y="2432304"/>
            <a:ext cx="91440" cy="10972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6419088" y="237744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/ Google Sheets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272784" y="2706624"/>
            <a:ext cx="91440" cy="10972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6419088" y="265176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/ Tableau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272784" y="2980944"/>
            <a:ext cx="91440" cy="10972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6419088" y="292608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6272784" y="3255264"/>
            <a:ext cx="91440" cy="10972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6419088" y="320040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6272784" y="3529584"/>
            <a:ext cx="91440" cy="10972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6419088" y="347472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Testing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6272784" y="3803904"/>
            <a:ext cx="91440" cy="10972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6419088" y="374904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Visualization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6144768" y="4096512"/>
            <a:ext cx="2834640" cy="256032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6236208" y="409651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🤝  Soft Skills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6272784" y="4443984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6419088" y="4389120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Storytelling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6272784" y="4681728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6419088" y="4626864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Curiosity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6272784" y="4919472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6419088" y="4864608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acumen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6272784" y="5157216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6419088" y="5102352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skills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6144768" y="4663440"/>
            <a:ext cx="2834640" cy="38404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6236208" y="466344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Python  ·  Excel  ·  Power BI  ·  Tableau  ·  Google Analytics  ·  Looker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— Head-to-Head Comparison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2286000" cy="38404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98755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Dimension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78608" y="987552"/>
            <a:ext cx="2331720" cy="38404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51760" y="987552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 Developer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01768" y="987552"/>
            <a:ext cx="2331720" cy="38404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74920" y="987552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Analyst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24928" y="987552"/>
            <a:ext cx="1627632" cy="38404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98080" y="987552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Analyst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1168" y="1408176"/>
            <a:ext cx="2286000" cy="3474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92608" y="1426464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Focus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78608" y="1408176"/>
            <a:ext cx="23317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670048" y="142646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infrastructure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01768" y="1408176"/>
            <a:ext cx="23317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93208" y="142646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processes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424928" y="1408176"/>
            <a:ext cx="1627632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16368" y="1426464"/>
            <a:ext cx="1490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insights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01168" y="1773936"/>
            <a:ext cx="2286000" cy="3474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92608" y="1792224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78608" y="1773936"/>
            <a:ext cx="2331720" cy="3474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670048" y="179222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&amp; pipelines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01768" y="1773936"/>
            <a:ext cx="2331720" cy="3474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93208" y="179222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BRDs &amp; process maps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424928" y="1773936"/>
            <a:ext cx="1627632" cy="3474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516368" y="1792224"/>
            <a:ext cx="1490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&amp; analyses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01168" y="2139696"/>
            <a:ext cx="2286000" cy="3474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92608" y="2157984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Skill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78608" y="2139696"/>
            <a:ext cx="23317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670048" y="215798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+ Power BI + ETL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01768" y="2139696"/>
            <a:ext cx="23317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93208" y="215798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+ docs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424928" y="2139696"/>
            <a:ext cx="1627632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516368" y="2157984"/>
            <a:ext cx="1490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Statistics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01168" y="2505456"/>
            <a:ext cx="2286000" cy="3474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92608" y="2523744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They Work With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578608" y="2505456"/>
            <a:ext cx="2331720" cy="3474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670048" y="252374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/ Data teams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001768" y="2505456"/>
            <a:ext cx="2331720" cy="3474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093208" y="252374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stakeholders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424928" y="2505456"/>
            <a:ext cx="1627632" cy="3474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516368" y="2523744"/>
            <a:ext cx="1490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teams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01168" y="2871216"/>
            <a:ext cx="2286000" cy="3474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92608" y="2889504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Required?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578608" y="2871216"/>
            <a:ext cx="23317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670048" y="288950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— Heavy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001768" y="2871216"/>
            <a:ext cx="23317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093208" y="288950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or None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424928" y="2871216"/>
            <a:ext cx="1627632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516368" y="2889504"/>
            <a:ext cx="1490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— Moderate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01168" y="3236976"/>
            <a:ext cx="2286000" cy="3474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292608" y="3255264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Knowledge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578608" y="3236976"/>
            <a:ext cx="2331720" cy="3474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670048" y="325526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001768" y="3236976"/>
            <a:ext cx="2331720" cy="3474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093208" y="325526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High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424928" y="3236976"/>
            <a:ext cx="1627632" cy="3474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516368" y="3255264"/>
            <a:ext cx="1490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01168" y="3602736"/>
            <a:ext cx="2286000" cy="3474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292608" y="3621024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Type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578608" y="3602736"/>
            <a:ext cx="23317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2670048" y="362102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build the system?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001768" y="3602736"/>
            <a:ext cx="23317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5093208" y="362102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we do?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424928" y="3602736"/>
            <a:ext cx="1627632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7516368" y="3621024"/>
            <a:ext cx="1490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data show?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201168" y="3968496"/>
            <a:ext cx="2286000" cy="3474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292608" y="3986784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Format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2578608" y="3968496"/>
            <a:ext cx="2331720" cy="3474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2670048" y="398678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/ DWH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5001768" y="3968496"/>
            <a:ext cx="2331720" cy="3474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5093208" y="398678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/ Diagrams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7424928" y="3968496"/>
            <a:ext cx="1627632" cy="3474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7516368" y="3986784"/>
            <a:ext cx="1490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/ Charts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201168" y="4334256"/>
            <a:ext cx="2286000" cy="3474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292608" y="4352544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Seniority Ceiling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2578608" y="4334256"/>
            <a:ext cx="23317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2670048" y="435254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Architect / CTO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5001768" y="4334256"/>
            <a:ext cx="23317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5093208" y="435254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Owner / CPO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7424928" y="4334256"/>
            <a:ext cx="1627632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7516368" y="4352544"/>
            <a:ext cx="1490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Scientist / CDO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201168" y="4700016"/>
            <a:ext cx="2286000" cy="3474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292608" y="4718304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Friendly?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2578608" y="4700016"/>
            <a:ext cx="2331720" cy="3474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2670048" y="471830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Very High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5001768" y="4700016"/>
            <a:ext cx="2331720" cy="3474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5093208" y="471830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High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7424928" y="4700016"/>
            <a:ext cx="1627632" cy="3474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7516368" y="4718304"/>
            <a:ext cx="1490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Very High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 — Which Role Is Right For You?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06240" cy="1188720"/>
          </a:xfrm>
          <a:prstGeom prst="rect">
            <a:avLst/>
          </a:prstGeom>
          <a:solidFill>
            <a:srgbClr val="F1F5F9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20624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09728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 Do you love building systems, writing SQL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making data pipelines work perfectly?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792224"/>
            <a:ext cx="4206240" cy="40233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792224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 BI Developer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4206240" cy="1188720"/>
          </a:xfrm>
          <a:prstGeom prst="rect">
            <a:avLst/>
          </a:prstGeom>
          <a:solidFill>
            <a:srgbClr val="F1F5F9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1005840"/>
            <a:ext cx="420624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109728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 Do you enjoy talking to stakeholders,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documenting processes and solving business problems?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792224"/>
            <a:ext cx="4206240" cy="40233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1792224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 Business Analyst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74320" y="2322576"/>
            <a:ext cx="4206240" cy="1188720"/>
          </a:xfrm>
          <a:prstGeom prst="rect">
            <a:avLst/>
          </a:prstGeom>
          <a:solidFill>
            <a:srgbClr val="F1F5F9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322576"/>
            <a:ext cx="4206240" cy="3657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414016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 Do you love finding patterns in data,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charts and telling stories with numbers?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108960"/>
            <a:ext cx="4206240" cy="40233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310896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 Data Analyst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709160" y="2322576"/>
            <a:ext cx="4206240" cy="1188720"/>
          </a:xfrm>
          <a:prstGeom prst="rect">
            <a:avLst/>
          </a:prstGeom>
          <a:solidFill>
            <a:srgbClr val="F1F5F9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9160" y="2322576"/>
            <a:ext cx="4206240" cy="3657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0" y="2414016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 Are you strong in mathematics,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 or Python programming?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3108960"/>
            <a:ext cx="4206240" cy="40233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46320" y="310896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 Data Analyst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74320" y="3639312"/>
            <a:ext cx="4206240" cy="1188720"/>
          </a:xfrm>
          <a:prstGeom prst="rect">
            <a:avLst/>
          </a:prstGeom>
          <a:solidFill>
            <a:srgbClr val="F1F5F9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3639312"/>
            <a:ext cx="420624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373075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 Do you want to work in IT projects,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gathering and systems design?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425696"/>
            <a:ext cx="4206240" cy="40233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11480" y="4425696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 Business Analyst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709160" y="3639312"/>
            <a:ext cx="4206240" cy="1188720"/>
          </a:xfrm>
          <a:prstGeom prst="rect">
            <a:avLst/>
          </a:prstGeom>
          <a:solidFill>
            <a:srgbClr val="F1F5F9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09160" y="3639312"/>
            <a:ext cx="420624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46320" y="373075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 Do you enjoy Power BI, data modeling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building enterprise reporting solutions?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4425696"/>
            <a:ext cx="4206240" cy="40233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46320" y="4425696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 BI Developer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11480" y="475488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Remember: These roles often overlap. Many professionals do all three. Start with one — grow into others!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3047695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047695" y="4869180"/>
            <a:ext cx="3048610" cy="2743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96305" y="4869180"/>
            <a:ext cx="3047695" cy="2743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2788920" cy="3931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2788920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80467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 BI Developer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1417320"/>
            <a:ext cx="2514600" cy="530352"/>
          </a:xfrm>
          <a:prstGeom prst="rect">
            <a:avLst/>
          </a:prstGeom>
          <a:solidFill>
            <a:srgbClr val="273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54864" cy="5303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" y="1417320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data pipelines &amp; warehouses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039112"/>
            <a:ext cx="2514600" cy="530352"/>
          </a:xfrm>
          <a:prstGeom prst="rect">
            <a:avLst/>
          </a:prstGeom>
          <a:solidFill>
            <a:srgbClr val="273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" y="2039112"/>
            <a:ext cx="54864" cy="5303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" y="2039112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Power BI dashboards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660904"/>
            <a:ext cx="2514600" cy="530352"/>
          </a:xfrm>
          <a:prstGeom prst="rect">
            <a:avLst/>
          </a:prstGeom>
          <a:solidFill>
            <a:srgbClr val="273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" y="2660904"/>
            <a:ext cx="54864" cy="5303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" y="2660904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strong SQL + ETL skills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282696"/>
            <a:ext cx="2514600" cy="530352"/>
          </a:xfrm>
          <a:prstGeom prst="rect">
            <a:avLst/>
          </a:prstGeom>
          <a:solidFill>
            <a:srgbClr val="273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3282696"/>
            <a:ext cx="54864" cy="5303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0352" y="3282696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technical of the three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904488"/>
            <a:ext cx="2514600" cy="530352"/>
          </a:xfrm>
          <a:prstGeom prst="rect">
            <a:avLst/>
          </a:prstGeom>
          <a:solidFill>
            <a:srgbClr val="273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11480" y="3904488"/>
            <a:ext cx="54864" cy="5303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0352" y="390448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cert: PL-300, DP-203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804672"/>
            <a:ext cx="2788920" cy="3931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0" y="804672"/>
            <a:ext cx="2788920" cy="5029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91840" y="80467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Business Analyst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337560" y="1417320"/>
            <a:ext cx="2514600" cy="530352"/>
          </a:xfrm>
          <a:prstGeom prst="rect">
            <a:avLst/>
          </a:prstGeom>
          <a:solidFill>
            <a:srgbClr val="273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337560" y="1417320"/>
            <a:ext cx="54864" cy="5303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56432" y="1417320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Bridges business &amp; IT teams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37560" y="2039112"/>
            <a:ext cx="2514600" cy="530352"/>
          </a:xfrm>
          <a:prstGeom prst="rect">
            <a:avLst/>
          </a:prstGeom>
          <a:solidFill>
            <a:srgbClr val="273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337560" y="2039112"/>
            <a:ext cx="54864" cy="5303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456432" y="2039112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requirements, maps processes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37560" y="2660904"/>
            <a:ext cx="2514600" cy="530352"/>
          </a:xfrm>
          <a:prstGeom prst="rect">
            <a:avLst/>
          </a:prstGeom>
          <a:solidFill>
            <a:srgbClr val="273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337560" y="2660904"/>
            <a:ext cx="54864" cy="5303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456432" y="2660904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communication &amp; Excel skills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337560" y="3282696"/>
            <a:ext cx="2514600" cy="530352"/>
          </a:xfrm>
          <a:prstGeom prst="rect">
            <a:avLst/>
          </a:prstGeom>
          <a:solidFill>
            <a:srgbClr val="273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337560" y="3282696"/>
            <a:ext cx="54864" cy="5303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456432" y="3282696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coding of the three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337560" y="3904488"/>
            <a:ext cx="2514600" cy="530352"/>
          </a:xfrm>
          <a:prstGeom prst="rect">
            <a:avLst/>
          </a:prstGeom>
          <a:solidFill>
            <a:srgbClr val="273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337560" y="3904488"/>
            <a:ext cx="54864" cy="5303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456432" y="390448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cert: CBAP, Agile/Scrum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26480" y="804672"/>
            <a:ext cx="2788920" cy="3931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126480" y="804672"/>
            <a:ext cx="2788920" cy="5029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217920" y="80467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Data Analyst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263640" y="1417320"/>
            <a:ext cx="2514600" cy="530352"/>
          </a:xfrm>
          <a:prstGeom prst="rect">
            <a:avLst/>
          </a:prstGeom>
          <a:solidFill>
            <a:srgbClr val="273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263640" y="1417320"/>
            <a:ext cx="54864" cy="53035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382512" y="1417320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Analyzes data, finds patterns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63640" y="2039112"/>
            <a:ext cx="2514600" cy="530352"/>
          </a:xfrm>
          <a:prstGeom prst="rect">
            <a:avLst/>
          </a:prstGeom>
          <a:solidFill>
            <a:srgbClr val="273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263640" y="2039112"/>
            <a:ext cx="54864" cy="53035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382512" y="2039112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charts, reports &amp; stories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263640" y="2660904"/>
            <a:ext cx="2514600" cy="530352"/>
          </a:xfrm>
          <a:prstGeom prst="rect">
            <a:avLst/>
          </a:prstGeom>
          <a:solidFill>
            <a:srgbClr val="273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263640" y="2660904"/>
            <a:ext cx="54864" cy="53035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382512" y="2660904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Python + SQL + statistics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263640" y="3282696"/>
            <a:ext cx="2514600" cy="530352"/>
          </a:xfrm>
          <a:prstGeom prst="rect">
            <a:avLst/>
          </a:prstGeom>
          <a:solidFill>
            <a:srgbClr val="273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263640" y="3282696"/>
            <a:ext cx="54864" cy="53035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382512" y="3282696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entry point for beginners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263640" y="3904488"/>
            <a:ext cx="2514600" cy="530352"/>
          </a:xfrm>
          <a:prstGeom prst="rect">
            <a:avLst/>
          </a:prstGeom>
          <a:solidFill>
            <a:srgbClr val="273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263640" y="3904488"/>
            <a:ext cx="54864" cy="53035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382512" y="390448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cert: Google DA, PL-300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838</Words>
  <Application>Microsoft Office PowerPoint</Application>
  <PresentationFormat>On-screen Show (16:9)</PresentationFormat>
  <Paragraphs>199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 Developer vs Business Analyst vs Data Analyst</dc:title>
  <dc:subject>PptxGenJS Presentation</dc:subject>
  <dc:creator>SkillShikshya</dc:creator>
  <cp:lastModifiedBy>Sauhar Khanal</cp:lastModifiedBy>
  <cp:revision>3</cp:revision>
  <dcterms:created xsi:type="dcterms:W3CDTF">2026-05-06T13:46:26Z</dcterms:created>
  <dcterms:modified xsi:type="dcterms:W3CDTF">2026-05-07T16:30:44Z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b2248cf-7f03-4ea3-bc21-100a3e94dc1a_Enabled">
    <vt:lpwstr>true</vt:lpwstr>
  </property>
  <property fmtid="{D5CDD505-2E9C-101B-9397-08002B2CF9AE}" pid="3" name="MSIP_Label_0b2248cf-7f03-4ea3-bc21-100a3e94dc1a_SetDate">
    <vt:lpwstr>2026-05-06T13:49:45Z</vt:lpwstr>
  </property>
  <property fmtid="{D5CDD505-2E9C-101B-9397-08002B2CF9AE}" pid="4" name="MSIP_Label_0b2248cf-7f03-4ea3-bc21-100a3e94dc1a_Method">
    <vt:lpwstr>Standard</vt:lpwstr>
  </property>
  <property fmtid="{D5CDD505-2E9C-101B-9397-08002B2CF9AE}" pid="5" name="MSIP_Label_0b2248cf-7f03-4ea3-bc21-100a3e94dc1a_Name">
    <vt:lpwstr>defa4170-0d19-0005-0004-bc88714345d2</vt:lpwstr>
  </property>
  <property fmtid="{D5CDD505-2E9C-101B-9397-08002B2CF9AE}" pid="6" name="MSIP_Label_0b2248cf-7f03-4ea3-bc21-100a3e94dc1a_SiteId">
    <vt:lpwstr>8ccadef0-d125-45d2-82b6-d3a9d60db293</vt:lpwstr>
  </property>
  <property fmtid="{D5CDD505-2E9C-101B-9397-08002B2CF9AE}" pid="7" name="MSIP_Label_0b2248cf-7f03-4ea3-bc21-100a3e94dc1a_ActionId">
    <vt:lpwstr>17878a6e-0879-4f3a-b424-f3f6f0ab5c2f</vt:lpwstr>
  </property>
  <property fmtid="{D5CDD505-2E9C-101B-9397-08002B2CF9AE}" pid="8" name="MSIP_Label_0b2248cf-7f03-4ea3-bc21-100a3e94dc1a_ContentBits">
    <vt:lpwstr>0</vt:lpwstr>
  </property>
  <property fmtid="{D5CDD505-2E9C-101B-9397-08002B2CF9AE}" pid="9" name="MSIP_Label_0b2248cf-7f03-4ea3-bc21-100a3e94dc1a_Tag">
    <vt:lpwstr>10, 3, 0, 1</vt:lpwstr>
  </property>
</Properties>
</file>