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59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926080" cy="2926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4828032"/>
            <a:ext cx="1795882" cy="3154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0474" y="4828032"/>
            <a:ext cx="1795882" cy="3154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56355" y="4828032"/>
            <a:ext cx="1795882" cy="3154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52237" y="4828032"/>
            <a:ext cx="1795882" cy="3154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48118" y="4828032"/>
            <a:ext cx="1795882" cy="31546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47472" y="1600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First Visual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7472" y="2286000"/>
            <a:ext cx="5029200" cy="3657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3957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step-by-step beginner's guide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907792"/>
            <a:ext cx="1609344" cy="42062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90779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Import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2907792"/>
            <a:ext cx="1609344" cy="42062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290779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First Chart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58768" y="2907792"/>
            <a:ext cx="1609344" cy="42062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58768" y="290779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Publish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14416" y="2907792"/>
            <a:ext cx="1609344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14416" y="290779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View on Web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70064" y="2907792"/>
            <a:ext cx="1609344" cy="42062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70064" y="290779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Share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520440"/>
            <a:ext cx="73152" cy="420624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005840"/>
            <a:ext cx="8631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 — from opening Power BI to sharing your report with the world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91440" cy="62179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591056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591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7830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Power BI to your Excel file and load 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0" y="1600200"/>
            <a:ext cx="329184" cy="3108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0" y="160020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8631936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139696"/>
            <a:ext cx="91440" cy="6217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" y="228600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2203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Chart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2478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fields onto the canvas and build a column chart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03920" y="2295144"/>
            <a:ext cx="329184" cy="3108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0" y="229514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834640"/>
            <a:ext cx="8631936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834640"/>
            <a:ext cx="91440" cy="6217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" y="2980944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" y="2980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the Web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" y="317296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report to the cloud with one click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2990088"/>
            <a:ext cx="329184" cy="31089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03920" y="299008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529584"/>
            <a:ext cx="8631936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3529584"/>
            <a:ext cx="91440" cy="6217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0624" y="367588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0624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7824" y="3593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 on the Web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" y="386791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live report in any browser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3685032"/>
            <a:ext cx="329184" cy="3108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03920" y="3685032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4224528"/>
            <a:ext cx="8631936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4224528"/>
            <a:ext cx="91440" cy="62179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0624" y="4370832"/>
            <a:ext cx="329184" cy="329184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" y="4370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7824" y="4288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&amp; Public Links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7824" y="45628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 colleagues or publish publicly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03920" y="4379976"/>
            <a:ext cx="329184" cy="31089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03920" y="4379976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Importing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of every Power BI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33272"/>
            <a:ext cx="8631936" cy="54864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33272"/>
            <a:ext cx="91440" cy="5486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Big Idea:  Power BI cannot build any chart until it has data. Your first job is always to connect Power BI to a data source and load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700784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700784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" y="1828800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Power BI Desktop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26771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application. You will see the empty canvas — this is your report page.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700784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700784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1828800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"Get Data"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26771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Home ribbon at the top. Click the "Get Data" button — this opens the connection menu.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163824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163824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291840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291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Excel Workbook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" y="373075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"Excel Workbook" from the list. Browse to your file (e.g., nepal_sales.xlsx) and click Open.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63824"/>
            <a:ext cx="4206240" cy="1353312"/>
          </a:xfrm>
          <a:prstGeom prst="rect">
            <a:avLst/>
          </a:prstGeom>
          <a:solidFill>
            <a:srgbClr val="E0F2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163824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291840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291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73075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Navigator window opens. Tick the checkbox next to your table/sheet. Click "Load" — your data is now in Power BI.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loading — check the right side of the screen: your table and column names appear in the Data Pane. This confirms your data is ready.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Creating Your First Chart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Drag, drop and visualize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5303520" cy="859536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73152" cy="85953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" y="1225296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Report 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bar chart icon on the left sidebar. You will see your empty white canvas.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993392"/>
            <a:ext cx="5303520" cy="859536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993392"/>
            <a:ext cx="73152" cy="85953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2336" y="219456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2048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Column Chart icon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340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Visualizations pane (right side), click the "Stacked Column Chart" icon. A grey box appears on the canvas — this is your empty chart placeholder.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962656"/>
            <a:ext cx="5303520" cy="859536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962656"/>
            <a:ext cx="73152" cy="85953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2336" y="3163824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163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X-Axis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310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Visualizations pane, drag a categorical field (e.g., Product Category or Date) into the "X-axis" box. This becomes the bottom labels of your chart.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931920"/>
            <a:ext cx="5303520" cy="859536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931920"/>
            <a:ext cx="73152" cy="85953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2336" y="413308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" y="39867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Y-Axis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 numeric field (e.g., Sales Amount or Profit) into the "Y-axis" box. Power BI automatically draws the bars — one per category.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15584" y="1024128"/>
            <a:ext cx="3072384" cy="384048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15584" y="1024128"/>
            <a:ext cx="3072384" cy="42062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07024" y="1024128"/>
            <a:ext cx="2889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What You Get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61888" y="2834640"/>
            <a:ext cx="530352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16168" y="342900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Electronics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75120" y="2377440"/>
            <a:ext cx="530352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9400" y="342900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Clothing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88352" y="3017520"/>
            <a:ext cx="530352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42632" y="342900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Food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101584" y="2606040"/>
            <a:ext cx="530352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55864" y="342900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Home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07024" y="3383280"/>
            <a:ext cx="2834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07024" y="2359152"/>
            <a:ext cx="0" cy="10241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07024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5CF6"/>
                </a:solidFill>
              </a:rPr>
              <a:t>Sales Amount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384962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89904" y="3794760"/>
            <a:ext cx="2706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bar chart on your canvas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43600" y="410565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89904" y="4050792"/>
            <a:ext cx="2706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bar — other visuals filter automatically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43600" y="43616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89904" y="4306824"/>
            <a:ext cx="2706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 bar to see the exact value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Tip: You do NOT need to write any code or formula. Power BI draws the chart automatically as soon as you drag the fields 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— Publishing to the Web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your report from your laptop to the cloud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33272"/>
            <a:ext cx="8631936" cy="50292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33272"/>
            <a:ext cx="91440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Before you start:  You must be signed in to your Microsoft/Power BI account. Look at the top-right corner of Desktop — if it shows your name, you are ready.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645920"/>
            <a:ext cx="2743200" cy="2980944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1872" y="1773936"/>
            <a:ext cx="713232" cy="71323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61872" y="17739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7472" y="182880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 "Publish"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6265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Power BI Desktop, go to the Home ribbon at the top. Click the large "Publish" button. Power BI will save your file first, then start uploading.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2523744" cy="2377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43159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ribbon → Publish button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54096" y="2926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182112" y="1645920"/>
            <a:ext cx="2743200" cy="2980944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82112" y="164592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87952" y="1773936"/>
            <a:ext cx="713232" cy="71323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87952" y="17739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273552" y="182880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73552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260604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Your Workspace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296265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popup window appears listing your Workspaces. Select "My Workspace" for personal use, or a shared workspace if you are working with a team.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4315968"/>
            <a:ext cx="2523744" cy="2377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46704" y="43159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Workspace → My Workspace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80176" y="2926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108192" y="1645920"/>
            <a:ext cx="2743200" cy="2980944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08192" y="164592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14032" y="1773936"/>
            <a:ext cx="713232" cy="71323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14032" y="17739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6199632" y="182880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9632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811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260604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Complete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2962656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bundles your entire .pbix file (data + design) and uploads it to app.powerbi.com. When done, you see a success message with a clickable link to your report.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315968"/>
            <a:ext cx="2523744" cy="2377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72784" y="43159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→ Open in Power BI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does NOT delete your local .pbix file. You now have two copies — one on your laptop, one in the cloud.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Viewing Reports on the Web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your live cloud report from any 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33272"/>
            <a:ext cx="8631936" cy="43891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0332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🌐  Open any browser and go 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02736" y="10332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app.powerbi.com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10332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→  Login with your Microsoft account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find your report: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1956816"/>
            <a:ext cx="5029200" cy="457200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73152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1956816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"Workspaces" in the left sidebar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487168"/>
            <a:ext cx="5029200" cy="457200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487168"/>
            <a:ext cx="73152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248716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2487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 "My Workspace" (or your team workspace)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017520"/>
            <a:ext cx="5029200" cy="457200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01752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01752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" y="3017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report in the list — click to open 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572768"/>
            <a:ext cx="3310128" cy="3145536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1572768"/>
            <a:ext cx="3310128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1572768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What You Can Do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21214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0" y="2121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🖱️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16752" y="20665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Cross-filter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23134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bar or slice — all other visuals on the page filter automatically to match.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0" y="2779776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0" y="2779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16752" y="27249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Screen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16752" y="297180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full-screen icon for clean presentation mode — great for class or meetings.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0" y="3438144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16752" y="33832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Mode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16752" y="36301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'Edit' to change the report directly in the browser — no need to open Desktop.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409651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69280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16752" y="4041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Friendly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16752" y="42885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reports work on phones and tablets — open the same link on your phone.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report updates automatically whenever you publish a new version from Desktop — your team always sees the latest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8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 — Sharing &amp; Public Links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E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distribute your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743200" cy="3712464"/>
          </a:xfrm>
          <a:prstGeom prst="rect">
            <a:avLst/>
          </a:prstGeom>
          <a:solidFill>
            <a:srgbClr val="FFF1F2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024128"/>
            <a:ext cx="2743200" cy="56692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0241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Method A:  Share Internally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54864" cy="3657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1682496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"Share" button (top-right of your report in Service)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8483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54864" cy="3657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10312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colleague's email address or Microsoft Teams channel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05456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505456"/>
            <a:ext cx="54864" cy="3657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23744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receive a notification — and can open the report directly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54864" cy="3657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944368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must have a Power BI account to view 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4224528"/>
            <a:ext cx="2560320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" y="422452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button → Enter email → Send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44805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teammates inside your company or school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82112" y="1024128"/>
            <a:ext cx="2743200" cy="3712464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82112" y="1024128"/>
            <a:ext cx="27432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82112" y="1024128"/>
            <a:ext cx="2743200" cy="5669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73552" y="10241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📌 Method B:  Pin to a Dashboard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1664208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1664208"/>
            <a:ext cx="54864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01568" y="1682496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any visual in your report, click the pin icon "📌"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208483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91840" y="2084832"/>
            <a:ext cx="54864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01568" y="210312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 existing Dashboard or create a new one — click "Pin"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505456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91840" y="2505456"/>
            <a:ext cx="54864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01568" y="2523744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 becomes a single-page summary of all your key visuals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292608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91840" y="2926080"/>
            <a:ext cx="54864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01568" y="2944368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are great for executives who want a quick overview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73552" y="4224528"/>
            <a:ext cx="2560320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28416" y="422452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 visual → Pin icon → Select Dashboard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73552" y="44805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 high-level summary view for management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08192" y="1024128"/>
            <a:ext cx="2743200" cy="3712464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08192" y="1024128"/>
            <a:ext cx="274320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08192" y="1024128"/>
            <a:ext cx="2743200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99632" y="102412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Method C:  Publish to Web (Public)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99632" y="1664208"/>
            <a:ext cx="2560320" cy="274320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99632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⚠️  PUBLIC — anyone on internet can see this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17920" y="2011680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17920" y="2011680"/>
            <a:ext cx="54864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27648" y="2029968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File → Embed report → "Publish to web (public)"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2432304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17920" y="2432304"/>
            <a:ext cx="54864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27648" y="2450592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generates a public URL and an embed code (iFrame)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2852928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17920" y="2852928"/>
            <a:ext cx="54864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27648" y="2871216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on the internet can see this link — NO login needed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3273552"/>
            <a:ext cx="2523744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17920" y="3273552"/>
            <a:ext cx="54864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27648" y="329184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NEVER use this for real company or personal data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99632" y="4224528"/>
            <a:ext cx="2560320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254496" y="422452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→ Embed report → Publish to web (public)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99632" y="44805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portfolios, demos, public datasets only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Security reminder: Method C (Publish to Web) is PUBLIC. Use it only for practice datasets, portfolios, or open data — never for real business or personal information.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On-screen Show (16:9)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— First Visual</dc:title>
  <dc:subject>PptxGenJS Presentation</dc:subject>
  <dc:creator>SkillShikshya</dc:creator>
  <cp:lastModifiedBy>Sauhar Khanal</cp:lastModifiedBy>
  <cp:revision>2</cp:revision>
  <dcterms:created xsi:type="dcterms:W3CDTF">2026-05-06T16:09:02Z</dcterms:created>
  <dcterms:modified xsi:type="dcterms:W3CDTF">2026-05-07T16:32:20Z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2026-05-07T16:32:20Z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04b4d140-c2ed-4e45-b7c4-deba15c15f35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