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840480" cy="3840480"/>
          </a:xfrm>
          <a:prstGeom prst="ellipse">
            <a:avLst/>
          </a:prstGeom>
          <a:solidFill>
            <a:srgbClr val="3B3510">
              <a:alpha val="20000"/>
            </a:srgbClr>
          </a:solidFill>
          <a:ln w="25400">
            <a:solidFill>
              <a:srgbClr val="F2C8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640080"/>
            <a:ext cx="2560320" cy="2560320"/>
          </a:xfrm>
          <a:prstGeom prst="ellipse">
            <a:avLst/>
          </a:prstGeom>
          <a:solidFill>
            <a:srgbClr val="3B3510">
              <a:alpha val="10000"/>
            </a:srgbClr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 Data Analytics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4114800" cy="36576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Dashboard — A Complete Beginner's Guide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33756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F2C81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337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SkillShikshya — Business Data Analytics with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246120"/>
            <a:ext cx="1234440" cy="8229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2735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1234440" cy="8229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2735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6576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Hands-on Labs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3246120"/>
            <a:ext cx="1234440" cy="8229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32735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0" y="36576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Beginner Friendly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Kathmandu, Nepal  •  Practical + Theory Sessions  •  Real Business Datasets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Learn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09728" cy="105156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is Power BI?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Introduction, use cases &amp; interface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109728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10328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Getting Data (Import)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764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Connect to Excel, CSV, databases &amp; web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77440"/>
            <a:ext cx="10972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4505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Transformation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Power Query editor — clean &amp; shape your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77440"/>
            <a:ext cx="109728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4505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10328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Modeling &amp; DAX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Relationships, measures &amp; calculated columns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11880"/>
            <a:ext cx="109728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6850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Visualizations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Charts, maps, slicers &amp; KPI cards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11880"/>
            <a:ext cx="109728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6850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10328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Build a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0328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End-to-end Nepal Sales Dashboard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01 — What is Power BI?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109728" cy="91440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Power BI is a Microsoft Business Intelligence tool that transforms raw data into interactive visual dashboards and reports — helping businesses make smarter, data-driven decisions.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2697480" cy="1828800"/>
          </a:xfrm>
          <a:prstGeom prst="rect">
            <a:avLst>
              <a:gd name="adj" fmla="val 4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Connection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Connect to 100+ data sources: Excel, SQL, web, cloud APIs, SharePoint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194560"/>
            <a:ext cx="2697480" cy="1828800"/>
          </a:xfrm>
          <a:prstGeom prst="rect">
            <a:avLst>
              <a:gd name="adj" fmla="val 4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240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Transformation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108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Clean, reshape and model your data with Power Query and DAX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1828800"/>
          </a:xfrm>
          <a:prstGeom prst="rect">
            <a:avLst>
              <a:gd name="adj" fmla="val 4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240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Create interactive charts, reports and dashboards — shareable anywhere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🏢  Used by: Banks, hospitals, retail chains, e-commerce, NGOs, government — in Nepal and worldwide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Power BI Desktop is FREE to download and use  •  powerbi.microsoft.com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BI Desktop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Home    View    Modeling    Insert    Format    Help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94560"/>
                </a:solidFill>
              </a:rPr>
              <a:t>📌 Ribbon / Menu Bar — all tools are here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1480" cy="256032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54480"/>
            <a:ext cx="411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581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◀ Report 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◀ Data 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◀ Model 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" y="1463040"/>
            <a:ext cx="5760720" cy="2560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0116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🖼  Canvas Area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(Your report / dashboard goes here)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463040"/>
            <a:ext cx="2286000" cy="1188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508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📊 Visualizations Pane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Bar • Line • Pie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Card • Map • Table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2286000" cy="128016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7889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📋 Fields Pane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▶ Table1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∑ Sales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# Region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▶ Table2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4114800"/>
            <a:ext cx="2286000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114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🔍 Filters Pane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6245352" cy="27432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069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Page 1  |  Cross-report  |  Updated: Today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3460"/>
                </a:solidFill>
              </a:rPr>
              <a:t>💡  Tip: Open Power BI Desktop and explore each panel as we go through this!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02 — Connecting &amp; Importing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How to Get Data into Power BI: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9144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📗  Excel / 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Steps:  Home → Get Data → Excel  →  Select file  →  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59536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04288"/>
            <a:ext cx="91440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🗄️  SQL 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Steps:  Get Data → SQL Server  →  Enter server name &amp; DB  →  Choose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859536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45536"/>
            <a:ext cx="91440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912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🌐  Web /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930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Steps:  Get Data → Web  →  Paste URL  →  Parse JSON/Table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986784"/>
            <a:ext cx="8595360" cy="71323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986784"/>
            <a:ext cx="9144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325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☁️  Cloud (Azure/SharePoint)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3342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Steps:  Get Data → Azure / SharePoint  →  Authenticate  →  Import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</a:rPr>
              <a:t>🧪 Lab: Download nepal_sales.csv and import it into Power BI Desktop  →  Explore the Fields Pane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03 — Power Query: Cleaning Your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Power Query Editor is Power BI's built-in data cleaning &amp; transformation tool.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4114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Common Cleaning Tasks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8424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9293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Remove duplicate rows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299716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2448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Fix data types (text → number → date)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15184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560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Remove blank / null values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930652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8757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Rename columns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24612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1912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Split columns (e.g., Full Name → First, Last)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56158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35067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Filter rows by condition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877056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822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Replace values (e.g., 'KTM' → 'Kathmandu')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192524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41376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Merge / Append multiple tables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1463040"/>
            <a:ext cx="4297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463040"/>
            <a:ext cx="42976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463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How to Open Power Query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984248"/>
            <a:ext cx="256032" cy="25603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1965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Click 'Transform Data' in the Home ribbon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441448"/>
            <a:ext cx="256032" cy="25603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Power Query Editor window opens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898648"/>
            <a:ext cx="256032" cy="25603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898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Select a column → Apply transformations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355848"/>
            <a:ext cx="256032" cy="25603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337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Every step is recorded in 'Applied Steps'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813048"/>
            <a:ext cx="256032" cy="25603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Click 'Close &amp; Apply' to load cleaned data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🧪 Lab: Open Power Query on nepal_sales.csv  →  Fix data types, remove blanks, rename columns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04 — Data Modeling &amp; Relationships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The Star Schema — Industry Standard for BI Modeling: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194560" cy="1280160"/>
          </a:xfrm>
          <a:prstGeom prst="rect">
            <a:avLst>
              <a:gd name="adj" fmla="val 3571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481328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⚡ FACT 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Sales_Transactions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Sales_ID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Product_ID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Customer_ID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Amount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103120" cy="1188720"/>
          </a:xfrm>
          <a:prstGeom prst="rect">
            <a:avLst>
              <a:gd name="adj" fmla="val 384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087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📦 DIM_Products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Product_ID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Category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Price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1463040"/>
            <a:ext cx="2103120" cy="1188720"/>
          </a:xfrm>
          <a:prstGeom prst="rect">
            <a:avLst>
              <a:gd name="adj" fmla="val 384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087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👤 DIM_Customers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Province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Segment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2103120" cy="1188720"/>
          </a:xfrm>
          <a:prstGeom prst="rect">
            <a:avLst>
              <a:gd name="adj" fmla="val 384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54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📅 DIM_Date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Quarter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3108960"/>
            <a:ext cx="2103120" cy="1188720"/>
          </a:xfrm>
          <a:prstGeom prst="rect">
            <a:avLst>
              <a:gd name="adj" fmla="val 384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3154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🗺 DIM_Region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Region_ID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District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Province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Zone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2103120"/>
            <a:ext cx="100584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103120"/>
            <a:ext cx="9144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3703320"/>
            <a:ext cx="1005840" cy="-123444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703320"/>
            <a:ext cx="914400" cy="-123444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3460"/>
                </a:solidFill>
              </a:rPr>
              <a:t>💡  Relationships let Power BI combine data across tables automatically — like VLOOKUP, but smarter!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1D95"/>
                </a:solidFill>
              </a:rPr>
              <a:t>🧪 Lab: Import Products &amp; Customers tables → Create relationships in Model 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DAX — Data Analysis Expressions (Formulas)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DAX is the formula language of Power BI — think of it as Excel formulas, but for your data model.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9144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773936"/>
            <a:ext cx="3840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7739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SUM(Sales[Amount])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Sum all values in the Amount column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63040"/>
            <a:ext cx="9144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Average 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3752" y="1773936"/>
            <a:ext cx="3840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7739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 = AVERAGE(Sales[Amount])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2121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Average of all sales amounts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9144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96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2871216"/>
            <a:ext cx="3840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8712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Count = COUNTROWS(Sales)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2186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Count of all transactions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560320"/>
            <a:ext cx="9144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596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Sales Last Year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3752" y="2871216"/>
            <a:ext cx="3840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28712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 Sales = CALCULATE([Total Sales], SAMEPERIODLASTYEAR(Date[Date]))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32186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Sales from the same period last year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57600"/>
            <a:ext cx="9144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94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YTD Sales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" y="3968496"/>
            <a:ext cx="3840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3968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YTD Sales = TOTALYTD([Total Sales], Date[Date])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315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Cumulative sales from start of year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6576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57600"/>
            <a:ext cx="9144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694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73752" y="3968496"/>
            <a:ext cx="3840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910328" y="3968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% = DIVIDE([Profit], [Total Sales], 0)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4315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Safe division — avoids divide-by-zero error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</a:rPr>
              <a:t>🧪 Lab: Create 'Total Sales' and 'Order Count' measures → Display them as KPI Cards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05 — Choosing the Right Visualization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Bar / Column Chart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Compare categories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Sales by Province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005840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05840"/>
            <a:ext cx="20116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📈 Line Chart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1460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Show trends over time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029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</a:rPr>
              <a:t>Monthly Revenue Trend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005840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201168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🍕 Pie / Donut Chart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Show parts of a whole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029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6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5CF6"/>
                </a:solidFill>
              </a:rPr>
              <a:t>Sales by Category 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1005840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005840"/>
            <a:ext cx="201168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🗺 Map Visual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0372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Geographic distribution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03720" y="2029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0372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</a:rPr>
              <a:t>Sales by District, Nepal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944368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2944368"/>
            <a:ext cx="201168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9626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🃏 Card / KPI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3675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Highlight single metrics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" y="4133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94560"/>
                </a:solidFill>
              </a:rPr>
              <a:t>Total Revenue: NPR 5.2M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2944368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23160" y="2944368"/>
            <a:ext cx="201168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2468880" y="29626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Table / Matrix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1460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14600" y="3675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Detailed data view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14600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14600" y="4133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6F1"/>
                </a:solidFill>
              </a:rPr>
              <a:t>Product-wise Sales Table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2944368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2944368"/>
            <a:ext cx="201168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29626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🔧 Slicer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09160" y="3675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Filter data on dashboard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09160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09160" y="4133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</a:rPr>
              <a:t>Filter by Month / Region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12280" y="2944368"/>
            <a:ext cx="2011680" cy="17373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12280" y="2944368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0" y="29626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📉 Scatter Chart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0372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Use when: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03720" y="3675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Find correlations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03720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Example: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03720" y="4133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Price vs. Units Sold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06 — Build Your First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C811"/>
                </a:solidFill>
              </a:rPr>
              <a:t>🇳🇵  Nepal Retail Sales Dashboard — End-to-End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Step 01:  Import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Load nepal_sales.xlsx (Products, Customers, Transactions, Date tables)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188720"/>
            <a:ext cx="9144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2435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Step 02:  Clean in Power Query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Fix types, remove nulls, standardize Province names (KTM → Kathmandu)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20624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377440"/>
            <a:ext cx="9144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2432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Step 03:  Build Star Schema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Create relationships: Sales[Product_ID] → Products[Product_ID]  and more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20624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377440"/>
            <a:ext cx="9144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432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Step 04:  Write DAX Measures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8803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Total Sales, Profit %, YoY Growth, Top Product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566160"/>
            <a:ext cx="9144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11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36210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Step 05:  Add Visualizations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0690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Sales by Province (Bar), Monthly Trend (Line), Category Share (Donut), KPI Cards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420624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3566160"/>
            <a:ext cx="91440" cy="10058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11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36210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Step 06:  Add Slicers &amp; Publish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0690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Filter by Year, Province, Category → Publish to Power BI Service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82803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🏆  By the end of this project, you'll have a professional Power BI portfolio dashboard to show employers!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Publishing, Sharing &amp; Power BI Service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82880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Desktop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Build your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locally (.pbix file)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2103120"/>
            <a:ext cx="16459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933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97280"/>
            <a:ext cx="182880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115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Publish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 Cloud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Click Publish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Uploads to Service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103120"/>
            <a:ext cx="16459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9933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97280"/>
            <a:ext cx="182880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115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app.powerbi.com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View &amp; manage online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103120"/>
            <a:ext cx="16459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933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109728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29400" y="1097280"/>
            <a:ext cx="182880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115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2084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Share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Share link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embed in Teams/web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Power BI Service Features: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36393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📱  Mobile app — view dashboards anywhere on your phone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38679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🔄  Scheduled refresh — your report updates automatically with new data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0965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🔒  Row-Level Security — show different data to different users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3251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📧  Subscribe to reports — email report snapshot daily/weekly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5537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🤝  Workspaces — collaborate with your team on shared reports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Best Practices &amp; Pro Tips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737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24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356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 max 5 visuals per page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373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Always add a title to your report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0391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 consistent color theme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8658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408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Less is more — avoid clutter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206240" cy="1737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005840"/>
            <a:ext cx="420624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Performance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481328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001768" y="14356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Import mode is faster than DirectQuery for small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78308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17373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Reduce columns — only import what you need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084832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001768" y="20391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Avoid too many complex DAX measures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386584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23408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 aggregated tables for large datasets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206240" cy="1737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2944368"/>
            <a:ext cx="420624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9626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Data Modeling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41985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3741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Always use a dedicated Date table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72160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675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Avoid many-to-many relationships if possible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23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39776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 surrogate keys (integers) for relationships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32511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2793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Name your measures clearly (e.g., 'Total Sales NPR')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2944368"/>
            <a:ext cx="4206240" cy="1737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9" name="Shape 37"/>
          <p:cNvSpPr/>
          <p:nvPr/>
        </p:nvSpPr>
        <p:spPr>
          <a:xfrm>
            <a:off x="4709160" y="2944368"/>
            <a:ext cx="4206240" cy="38404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9626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Career Tips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3419856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2" name="Text 40"/>
          <p:cNvSpPr/>
          <p:nvPr/>
        </p:nvSpPr>
        <p:spPr>
          <a:xfrm>
            <a:off x="5001768" y="33741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Get Microsoft PL-300 certification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3721608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4" name="Text 42"/>
          <p:cNvSpPr/>
          <p:nvPr/>
        </p:nvSpPr>
        <p:spPr>
          <a:xfrm>
            <a:off x="5001768" y="3675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Build 3-5 portfolio dashboards on GitHub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4023360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6" name="Text 44"/>
          <p:cNvSpPr/>
          <p:nvPr/>
        </p:nvSpPr>
        <p:spPr>
          <a:xfrm>
            <a:off x="5001768" y="39776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Connect to Power BI Community forums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4325112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42793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Practice with Nepal-specific open datasets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Learning Roadmap &amp;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 Learn — Power BI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learn.microsoft.com/power-bi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1887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88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Community Forum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community.powerbi.com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887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88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1508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Guy in a Cube (YouTube)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youtube.com/@GuyInACube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27432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377440"/>
            <a:ext cx="274320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25603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560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28803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PL-300 Certification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Microsoft Power BI Data Analyst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377440"/>
            <a:ext cx="27432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2377440"/>
            <a:ext cx="274320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25603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560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PAID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28803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Maven Analytics — Power BI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mavenanalytics.io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377440"/>
            <a:ext cx="27432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237744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25603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560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28803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Kaggle Datasets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kaggle.com/datasets — practice data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📍  Suggested Learning Path: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1696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Week 1–2: Basics (Import + Power Query)   →   Week 3–4: DAX + Modeling   →   Week 5–6: Build Dashboard   →   Week 7–8: PL-300 Prep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D2A10"/>
          </a:solidFill>
          <a:ln w="25400">
            <a:solidFill>
              <a:srgbClr val="3B3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C2D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Scratch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200400" cy="36576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📊  Import &amp; connect data from Excel, CSV, databases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🔄  Clean data using Power Query editor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🔗  Build data models with Star Schema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📐  Write DAX formulas for business metrics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🎨  Create impactful dashboards &amp; reports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🚀  Publish and share via Power BI 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4114800" cy="530352"/>
          </a:xfrm>
          <a:prstGeom prst="rect">
            <a:avLst>
              <a:gd name="adj" fmla="val 13793"/>
            </a:avLst>
          </a:prstGeom>
          <a:solidFill>
            <a:srgbClr val="F2C81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🏆  Start Building Your Dashboard Now!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663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SkillShikshya • Business Data Analytics with AI  •  Kathmandu, Nepal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for Business Data Analytics</dc:title>
  <dc:subject>PptxGenJS Presentation</dc:subject>
  <dc:creator>Sauhar</dc:creator>
  <cp:lastModifiedBy>Sauhar</cp:lastModifiedBy>
  <cp:revision>1</cp:revision>
  <dcterms:created xsi:type="dcterms:W3CDTF">2026-05-06T06:35:17Z</dcterms:created>
  <dcterms:modified xsi:type="dcterms:W3CDTF">2026-05-06T06:35:17Z</dcterms:modified>
</cp:coreProperties>
</file>