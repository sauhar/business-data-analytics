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456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Perfect Power BI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3C5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What it must have  ·  What to avoid  ·  How to make it work for any audience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0604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" cy="53035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1031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Layout &amp;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06040" cy="53035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54864" cy="53035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22192" y="21031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Colors &amp;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606040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54864" cy="530352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56832" y="21031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</a:rPr>
              <a:t>Right Visuals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61488"/>
            <a:ext cx="2606040" cy="53035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761488"/>
            <a:ext cx="54864" cy="53035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76148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" y="27614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KPI Cards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761488"/>
            <a:ext cx="2606040" cy="53035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91840" y="2761488"/>
            <a:ext cx="54864" cy="530352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276148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22192" y="27614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Filters &amp; Slicers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761488"/>
            <a:ext cx="260604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26480" y="2761488"/>
            <a:ext cx="54864" cy="53035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761488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56832" y="276148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Storytelling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Power BI  ·  Business Data Analytics with AI  ·  Nepal Sales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Layout &amp; Structure — Where Things Go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position of each element tells the viewer how important it 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8741664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786384"/>
            <a:ext cx="54864" cy="29260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78638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The F-Reading Rule:  People read screens from Top-Left → Right → Down. Put your most important information at the TOP LEFT.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170432"/>
            <a:ext cx="8741664" cy="5486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1225296"/>
            <a:ext cx="2084832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1243584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KPI Card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95728" y="1225296"/>
            <a:ext cx="2084832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1243584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KPI Card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90288" y="1225296"/>
            <a:ext cx="2084832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45152" y="1243584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KPI Card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Profit Margin 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84848" y="1225296"/>
            <a:ext cx="2084832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9712" y="1243584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KPI Card 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</a:rPr>
              <a:t>Delivery Rate 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" y="1993392"/>
            <a:ext cx="4297680" cy="126187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029968"/>
            <a:ext cx="415137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</a:rPr>
              <a:t>  Main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</a:rPr>
              <a:t>(Most Important)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</a:rPr>
              <a:t>Bar / Line / Column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45152" y="1993392"/>
            <a:ext cx="4297680" cy="126187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18304" y="2029968"/>
            <a:ext cx="415137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  Supporting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(Second Most Important)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Donut / Area / Funnel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3328416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" y="3346704"/>
            <a:ext cx="26334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Detail Chart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90672" y="3328416"/>
            <a:ext cx="27432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45536" y="3346704"/>
            <a:ext cx="26334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Detail Chart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0176" y="3328416"/>
            <a:ext cx="2962656" cy="914400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3346704"/>
            <a:ext cx="28529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</a:rPr>
              <a:t>️  Slicer / Filter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6304" y="1234440"/>
            <a:ext cx="8741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ROW 1 — KPI Cards (headline numbers first)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1168" y="1956816"/>
            <a:ext cx="8741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</a:rPr>
              <a:t>ROW 2 — Main Charts (biggest, most important)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1168" y="3291840"/>
            <a:ext cx="8741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ROW 3 — Supporting Detail (smaller, less critical)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4334256"/>
            <a:ext cx="8741664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" y="437083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Keep 1 page = 1 topic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05456" y="437083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Maximum 6–8 visuals per page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0016" y="437083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Bigger visual = more important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94576" y="4370832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Slicers always visible — left or top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Colors &amp; Design — Less is Always More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Bad color choices confuse viewers. Good color choices guide them.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" y="78638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The 60 — 30 — 10 Color Rule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060704"/>
            <a:ext cx="2743200" cy="10241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097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</a:rPr>
              <a:t>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92608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Background &amp; neutral elements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810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White / Light Gray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45536" y="1060704"/>
            <a:ext cx="2743200" cy="1024128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097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4ED8"/>
                </a:solidFill>
              </a:rPr>
              <a:t>30%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36976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4ED8"/>
                </a:solidFill>
              </a:rPr>
              <a:t>Main charts &amp; key elements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36976" y="1810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Your primary brand color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9904" y="1060704"/>
            <a:ext cx="2743200" cy="1024128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81344" y="1097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45309"/>
                </a:solidFill>
              </a:rPr>
              <a:t>10%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81344" y="1572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45309"/>
                </a:solidFill>
              </a:rPr>
              <a:t>Accent — highlights only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344" y="1810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Warm color for key insight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1168" y="221284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Color DO vs DON'T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2450592"/>
            <a:ext cx="4160520" cy="21945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61688" y="2450592"/>
            <a:ext cx="4160520" cy="21945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" y="245059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61688" y="245059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✗  DON'T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2670048"/>
            <a:ext cx="4160520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1168" y="2670048"/>
            <a:ext cx="54864" cy="31089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0896" y="2670048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Use max 3 colors throughout the entire 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61688" y="2670048"/>
            <a:ext cx="4160520" cy="31089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61688" y="2670048"/>
            <a:ext cx="54864" cy="31089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62272" y="2670048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✗  Use 6+ different colors — it looks like a toy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" y="3017520"/>
            <a:ext cx="4160520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1168" y="3017520"/>
            <a:ext cx="54864" cy="31089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" y="3017520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Keep the same color for the same category everywhere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61688" y="3017520"/>
            <a:ext cx="4160520" cy="31089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61688" y="3017520"/>
            <a:ext cx="54864" cy="31089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62272" y="3017520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✗  Use red and green together — colorblind users cannot tell them apart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" y="3364992"/>
            <a:ext cx="4160520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01168" y="3364992"/>
            <a:ext cx="54864" cy="31089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0896" y="3364992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Use one bright accent color for the most important KPI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61688" y="3364992"/>
            <a:ext cx="4160520" cy="31089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361688" y="3364992"/>
            <a:ext cx="54864" cy="31089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62272" y="3364992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✗  Make every bar a different color — it adds no meaning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1168" y="3712464"/>
            <a:ext cx="4160520" cy="310896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01168" y="3712464"/>
            <a:ext cx="54864" cy="31089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10896" y="3712464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White or light gray background — clean and professional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61688" y="3712464"/>
            <a:ext cx="4160520" cy="31089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361688" y="3712464"/>
            <a:ext cx="54864" cy="31089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462272" y="3712464"/>
            <a:ext cx="3968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✗  Dark busy backgrounds — they are hard to read in meetings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" y="4114800"/>
            <a:ext cx="8741664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01168" y="4114800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0896" y="41148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Font Rule:  Use ONE font family (e.g. Arial or Calibri) throughout. Dashboard title: 28pt+  ·  Visual titles: 12–14pt  ·  Data labels: 9–10pt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Choosing the Right Visual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wrong chart type misleads the viewer even if the numbers are correct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8741664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786384"/>
            <a:ext cx="54864" cy="29260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" y="78638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Rule:  Every visual must answer ONE business question. If you cannot write the question as the chart title — remove the chart.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1704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11704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11704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1207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Bar / Column Chart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1408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Which category is biggest?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15910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Compare values across categories (up to 12)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3232" y="17739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Too many categories — use Top N instead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1704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1704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1704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75504" y="1207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Line Chart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75504" y="1408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How is this changing over time?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5504" y="15910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Show trends over time — months, quarters, years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75504" y="17739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Non-time data on X axis — use bar instead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20848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1168" y="20848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" y="20848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" y="2121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Donut / Pie Chart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23225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What % share does each part have?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" y="25054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Show proportions — maximum 5–7 slices only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3232" y="26883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More than 7 slices — impossible to read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0848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20848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0848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75504" y="2121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Card Visual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75504" y="23225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What is the headline number?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75504" y="25054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Single KPI at the top of every dashboard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75504" y="26883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Showing too many decimals — round to 1–2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01168" y="29992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01168" y="29992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2608" y="29992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3232" y="3035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Gauge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" y="32369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Are we hitting our target?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" y="34198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One metric vs a target value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3232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Using without setting a target — meaningless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29992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63440" y="29992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54880" y="29992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175504" y="3035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Matrix Table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75504" y="32369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How do rows and columns compare?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75504" y="34198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Cross-tabulation — Month × Payment × Profit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75504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Too many rows/columns — unreadable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01168" y="39136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01168" y="39136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92608" y="39136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️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13232" y="39502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Treemap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3232" y="4151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Which items take the most space?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3232" y="43342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Show size comparison across many items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13232" y="45171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Too many categories — rectangles get tiny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3913632"/>
            <a:ext cx="4261104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63440" y="3913632"/>
            <a:ext cx="54864" cy="82296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54880" y="3913632"/>
            <a:ext cx="3840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175504" y="39502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Waterfall Chart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75504" y="4151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❓ How do we get from 0 to total?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75504" y="43342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</a:rPr>
              <a:t>✓ Show cumulative build-up by category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175504" y="45171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45309"/>
                </a:solidFill>
              </a:rPr>
              <a:t>⚠ More than 8 bars — gets confusing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KPI Cards — Your Dashboard Headlines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first thing every viewer reads. Get these right first.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8741664" cy="292608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786384"/>
            <a:ext cx="54864" cy="292608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" y="78638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KPI = Key Performance Indicator. A card shows ONE big number that tells the viewer immediately if the business is healthy or not.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1704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What every KPI card must have: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444752"/>
            <a:ext cx="416052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1444752"/>
            <a:ext cx="54864" cy="43891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444752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" y="1481328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One clear 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" y="1682496"/>
            <a:ext cx="3584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Large, bold, immediately readable. Round large numbers — NPR 15.2M not NPR 15,234,567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" y="1956816"/>
            <a:ext cx="416052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" y="1956816"/>
            <a:ext cx="54864" cy="43891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956816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" y="1993392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A clear label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" y="2194560"/>
            <a:ext cx="3584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Short title above or below — 'Total Revenue' not 'Sum of Revenue_NPR for all rows'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" y="2468880"/>
            <a:ext cx="416052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" y="2468880"/>
            <a:ext cx="54864" cy="43891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46888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" y="2505456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Context or comparison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" y="2706624"/>
            <a:ext cx="3584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Show vs last period, vs target, or vs average. A number alone means nothing.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" y="2980944"/>
            <a:ext cx="416052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1168" y="2980944"/>
            <a:ext cx="54864" cy="43891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980944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" y="3017520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Color meaning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" y="3218688"/>
            <a:ext cx="3584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Green = good (above target). Red = bad (below target). Use conditional formatting.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117043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Example KPIs for Nepal Sales Dashboard: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1444752"/>
            <a:ext cx="2029968" cy="603504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1444752"/>
            <a:ext cx="54864" cy="60350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1444752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47488" y="148132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</a:rPr>
              <a:t>NPR 25.6M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7488" y="177393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48272" y="1444752"/>
            <a:ext cx="2029968" cy="603504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48272" y="1444752"/>
            <a:ext cx="54864" cy="60350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39712" y="1444752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23760" y="148132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</a:rPr>
              <a:t>22.4%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223760" y="1773936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Profit Margin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0" y="2139696"/>
            <a:ext cx="2029968" cy="603504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0" y="2139696"/>
            <a:ext cx="54864" cy="60350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2139696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47488" y="21762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68.5%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047488" y="2468880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Delivery Rate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48272" y="2139696"/>
            <a:ext cx="2029968" cy="603504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48272" y="2139696"/>
            <a:ext cx="54864" cy="603504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39712" y="2139696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223760" y="21762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</a:rPr>
              <a:t>505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223760" y="2468880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Total Orders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0" y="2834640"/>
            <a:ext cx="2029968" cy="603504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572000" y="2834640"/>
            <a:ext cx="54864" cy="603504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63440" y="283464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047488" y="287121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</a:rPr>
              <a:t>18.2%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047488" y="3163824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Cancellation Rate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48272" y="2834640"/>
            <a:ext cx="2029968" cy="603504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748272" y="2834640"/>
            <a:ext cx="54864" cy="60350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839712" y="283464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223760" y="287121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</a:rPr>
              <a:t>100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223760" y="3163824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Unique Customers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01168" y="4443984"/>
            <a:ext cx="8741664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01168" y="4443984"/>
            <a:ext cx="54864" cy="329184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10896" y="4443984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⚠  Common mistake: Do NOT show too many KPI cards. Pick your 4–6 most important metrics. More than 6 cards = viewer does not know where to look first.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Filters &amp; Slicers — Making It Interactive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Slicers let users explore the data themselves without any coding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" y="78638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4 Types of Filters in Power BI: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060704"/>
            <a:ext cx="8741664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60704"/>
            <a:ext cx="54864" cy="49377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60704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" y="1060704"/>
            <a:ext cx="256032" cy="49377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1060704"/>
            <a:ext cx="256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1097280"/>
            <a:ext cx="7882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Visual-Level Filter  —  Scope: Only the selected chart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1316736"/>
            <a:ext cx="7882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How: Click a chart → Filters pane → drag field to 'Filters on this visual'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1627632"/>
            <a:ext cx="8741664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" y="1627632"/>
            <a:ext cx="54864" cy="493776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627632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" y="1627632"/>
            <a:ext cx="256032" cy="493776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" y="1627632"/>
            <a:ext cx="256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1664208"/>
            <a:ext cx="7882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Page-Level Filter  —  Scope: All visuals on current page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1883664"/>
            <a:ext cx="7882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How: Click empty canvas → Filters pane → drag to 'Filters on this page'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" y="2194560"/>
            <a:ext cx="8741664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2194560"/>
            <a:ext cx="54864" cy="49377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194560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656" y="2194560"/>
            <a:ext cx="256032" cy="49377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" y="2194560"/>
            <a:ext cx="256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2231136"/>
            <a:ext cx="7882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Report-Level Filter  —  Scope: All pages in entire 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7552" y="2450592"/>
            <a:ext cx="7882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How: Click empty canvas → Filters pane → drag to 'Filters on all pages'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" y="2761488"/>
            <a:ext cx="8741664" cy="493776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01168" y="2761488"/>
            <a:ext cx="54864" cy="493776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2761488"/>
            <a:ext cx="365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️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6656" y="2761488"/>
            <a:ext cx="256032" cy="493776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" y="2761488"/>
            <a:ext cx="256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7552" y="2798064"/>
            <a:ext cx="7882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Slicer (best option)  —  Scope: User controls it on the canvas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7552" y="3017520"/>
            <a:ext cx="7882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How: Visualizations panel → Slicer icon → drag field → place on canvas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" y="343814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Slicer Best Practices: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1168" y="3675888"/>
            <a:ext cx="4261104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01168" y="3675888"/>
            <a:ext cx="54864" cy="42062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0896" y="371246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</a:rPr>
              <a:t> Position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10896" y="3895344"/>
            <a:ext cx="4059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Always place slicers at the TOP or LEFT — visible without scrolling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675888"/>
            <a:ext cx="4261104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3675888"/>
            <a:ext cx="54864" cy="42062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73168" y="371246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</a:rPr>
              <a:t> Max values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3168" y="3895344"/>
            <a:ext cx="4059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Use Dropdown style for 10+ values. Use Tile style for 5 or fewer values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" y="4169664"/>
            <a:ext cx="4261104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01168" y="4169664"/>
            <a:ext cx="54864" cy="42062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0896" y="42062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</a:rPr>
              <a:t>️ Multi-select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10896" y="4389120"/>
            <a:ext cx="4059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Ctrl+Click to select multiple values. Eraser icon to clear all selections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4169664"/>
            <a:ext cx="4261104" cy="420624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63440" y="4169664"/>
            <a:ext cx="54864" cy="42062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73168" y="42062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</a:rPr>
              <a:t>⚙️ Interactions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73168" y="4389120"/>
            <a:ext cx="4059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Right-click any chart → Edit Interactions → control which charts the slicer affects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Storytelling — Every Dashboard Tells a Story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 dashboard without a story is just a collection of charts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" y="78638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The 5 Storytelling Principles: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042416"/>
            <a:ext cx="8741664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42416"/>
            <a:ext cx="54864" cy="53035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161288"/>
            <a:ext cx="292608" cy="29260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161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097280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Start with the Answer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316736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Put the most important insight at the TOP. Do not make viewers scroll to find the headline number.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1645920"/>
            <a:ext cx="8741664" cy="53035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" y="1645920"/>
            <a:ext cx="54864" cy="53035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1764792"/>
            <a:ext cx="292608" cy="29260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1764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1700784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One Message Per Visual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1920240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Each chart answers exactly ONE question. Write the question as the chart title. If you cannot — remove the chart.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249424"/>
            <a:ext cx="8741664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2249424"/>
            <a:ext cx="54864" cy="530352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368296"/>
            <a:ext cx="292608" cy="29260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" y="2368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2304288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</a:rPr>
              <a:t>Context Creates Meaning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2523744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 number alone is meaningless. Always show vs last period, vs target, or vs average. NPR 15M — is that good or bad?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2852928"/>
            <a:ext cx="8741664" cy="53035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1168" y="2852928"/>
            <a:ext cx="54864" cy="53035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2971800"/>
            <a:ext cx="292608" cy="292608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6032" y="2971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2907792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</a:rPr>
              <a:t>Remove Everything Useless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127248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Turn OFF gridlines, chart borders, 3D effects, unnecessary legends. Every element must earn its place on the dashboard.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1168" y="3456432"/>
            <a:ext cx="8741664" cy="53035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01168" y="3456432"/>
            <a:ext cx="54864" cy="530352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" y="3575304"/>
            <a:ext cx="292608" cy="29260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6032" y="3575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3511296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Guide the Eye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730752"/>
            <a:ext cx="8211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Use size and color to show importance. Biggest visual = most important. Brightest color = where you want attention first.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" y="4169664"/>
            <a:ext cx="8741664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0896" y="418795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Dashboard Story Structure for Nepal Sales: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0896" y="4370832"/>
            <a:ext cx="1115568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10896" y="437083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KPI Cards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(What happened?)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36192" y="43525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4ED8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761488" y="4370832"/>
            <a:ext cx="1115568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61488" y="437083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Main Charts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(Why?)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86784" y="43525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4ED8"/>
                </a:solidFill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212080" y="4370832"/>
            <a:ext cx="1115568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212080" y="437083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Detail Charts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(Who / Where?)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37376" y="43525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4ED8"/>
                </a:solidFill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662672" y="4370832"/>
            <a:ext cx="1115568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62672" y="437083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Forecast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D4ED8"/>
                </a:solidFill>
              </a:rPr>
              <a:t>(What next?)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Common Mistakes to Avoid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These 10 mistakes make even good data look bad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8741664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786384"/>
            <a:ext cx="54864" cy="27432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" y="78638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Avoid all of these — even ONE mistake can make your dashboard look unprofessional and confuse your audience.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152144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1152144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1152144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11887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Too many colors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142646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Use maximum 3 colors. One dominant, one secondary, one accent.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52144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152144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152144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75504" y="11887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Too many charts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75504" y="142646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Maximum 6–8 visuals per page. Remove anything that does not answer a question.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1865376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1865376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608" y="1865376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19019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No KPI cards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Always start with KPI cards at the top — they are the headline.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865376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865376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865376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75504" y="19019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Long confusing titles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75504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Chart title = a question. 'Revenue by Month' not 'Sum of Revenue_NPR by Month_Number'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2578608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1168" y="2578608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2608" y="2578608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" y="26151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Pie chart with 10+ slices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" y="28529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Use maximum 5–7 slices. Group the rest as 'Others'.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578608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2578608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2578608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75504" y="26151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No filters or slicers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75504" y="28529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Add at least one slicer so users can explore the data.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" y="3291840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01168" y="3291840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92608" y="3291840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3232" y="33284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All visuals the same size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Make the most important visual bigger. Size = importance.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291840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63440" y="3291840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54880" y="3291840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75504" y="33284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3D charts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75504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Never use 3D. It distorts values and looks unprofessional.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01168" y="4005072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01168" y="4005072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92608" y="4005072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3232" y="40416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Raw data table on page 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3232" y="42793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Put detailed tables on Page 2 or later. Page 1 = summary only.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4005072"/>
            <a:ext cx="4261104" cy="640080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63440" y="4005072"/>
            <a:ext cx="54864" cy="640080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54880" y="4005072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️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175504" y="40416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✗  No chart titles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75504" y="42793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✓  Fix: Every visual must have a clear title. Viewers should never guess what a chart shows.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Perfect Dashboard Checklist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Go through this list before presenting your dashboard to anyone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8741664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" y="786384"/>
            <a:ext cx="54864" cy="27432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" y="78638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Before you show your dashboard — check every item on this list. If any item is missing, fix it first.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1152144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1152144"/>
            <a:ext cx="54864" cy="32918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" y="1216152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11887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4ED8"/>
                </a:solidFill>
              </a:rPr>
              <a:t>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22529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Layout: 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71600" y="122529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KPI cards are in the top row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" y="1554480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" y="1554480"/>
            <a:ext cx="54864" cy="32918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92608" y="1618488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159105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4ED8"/>
                </a:solidFill>
              </a:rPr>
              <a:t>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16276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Layout: 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71600" y="1627632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Most important chart is the largest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1168" y="1956816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1956816"/>
            <a:ext cx="54864" cy="32918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2608" y="2020824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" y="199339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4ED8"/>
                </a:solidFill>
              </a:rPr>
              <a:t>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20299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Layout: 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71600" y="2029968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Maximum 6–8 visuals on one page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1168" y="2359152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1168" y="2359152"/>
            <a:ext cx="54864" cy="32918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2608" y="2423160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2608" y="239572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</a:rPr>
              <a:t>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2432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Design: 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71600" y="243230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Maximum 3 colors used throughout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" y="2761488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01168" y="2761488"/>
            <a:ext cx="54864" cy="32918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2608" y="2825496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" y="279806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</a:rPr>
              <a:t>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28346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Design:  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371600" y="2834640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White or light gray background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01168" y="3163824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01168" y="3163824"/>
            <a:ext cx="54864" cy="32918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92608" y="3227832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2608" y="320040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</a:rPr>
              <a:t>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32369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Design: 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371600" y="323697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All visual titles are clear and readable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01168" y="3566160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01168" y="3566160"/>
            <a:ext cx="54864" cy="32918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92608" y="3630168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2608" y="360273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803D"/>
                </a:solidFill>
              </a:rPr>
              <a:t>☐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36393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</a:rPr>
              <a:t>Visuals: 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371600" y="3639312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Every chart answers exactly one question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01168" y="3968496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01168" y="3968496"/>
            <a:ext cx="54864" cy="32918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92608" y="4032504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92608" y="400507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803D"/>
                </a:solidFill>
              </a:rPr>
              <a:t>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48640" y="40416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</a:rPr>
              <a:t>Visuals:  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371600" y="4041648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Chart type matches the question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01168" y="4370832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01168" y="4370832"/>
            <a:ext cx="54864" cy="32918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92608" y="4434840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92608" y="440740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5803D"/>
                </a:solidFill>
              </a:rPr>
              <a:t>☐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48640" y="44439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5803D"/>
                </a:solidFill>
              </a:rPr>
              <a:t>Visuals:  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371600" y="444398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No 3D charts — all flat and clean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663440" y="1152144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663440" y="1152144"/>
            <a:ext cx="54864" cy="329184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754880" y="1216152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754880" y="11887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5309"/>
                </a:solidFill>
              </a:rPr>
              <a:t>☐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010912" y="122529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KPIs:  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33872" y="122529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4–6 KPI cards showing headline metrics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1554480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663440" y="1554480"/>
            <a:ext cx="54864" cy="329184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754880" y="1618488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54880" y="159105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5309"/>
                </a:solidFill>
              </a:rPr>
              <a:t>☐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010912" y="16276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KPIs:  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833872" y="1627632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Numbers are rounded and readable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663440" y="1956816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663440" y="1956816"/>
            <a:ext cx="54864" cy="329184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754880" y="2020824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754880" y="199339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5309"/>
                </a:solidFill>
              </a:rPr>
              <a:t>☐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010912" y="20299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KPIs:  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833872" y="2029968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Each KPI has context — vs target or vs last period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663440" y="2359152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663440" y="2359152"/>
            <a:ext cx="54864" cy="32918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754880" y="2423160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754880" y="239572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28D9"/>
                </a:solidFill>
              </a:rPr>
              <a:t>☐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010912" y="2432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</a:rPr>
              <a:t>Filters:  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833872" y="243230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At least one slicer visible on the page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663440" y="2761488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663440" y="2761488"/>
            <a:ext cx="54864" cy="32918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754880" y="2825496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754880" y="279806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28D9"/>
                </a:solidFill>
              </a:rPr>
              <a:t>☐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5010912" y="28346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</a:rPr>
              <a:t>Filters:  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5833872" y="2834640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Slicer is positioned top or left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663440" y="3163824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663440" y="3163824"/>
            <a:ext cx="54864" cy="32918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754880" y="3227832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754880" y="320040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28D9"/>
                </a:solidFill>
              </a:rPr>
              <a:t>☐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5010912" y="32369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</a:rPr>
              <a:t>Filters:  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833872" y="323697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All slicers are tested and working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663440" y="3566160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4663440" y="3566160"/>
            <a:ext cx="54864" cy="32918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4754880" y="3630168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754880" y="360273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4ED8"/>
                </a:solidFill>
              </a:rPr>
              <a:t>☐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5010912" y="36393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Story:  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833872" y="3639312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Dashboard tells a clear story top to bottom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663440" y="3968496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4663440" y="3968496"/>
            <a:ext cx="54864" cy="32918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754880" y="4032504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754880" y="400507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4ED8"/>
                </a:solidFill>
              </a:rPr>
              <a:t>☐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5010912" y="40416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Story:  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5833872" y="4041648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Page 1 is summary — detail pages come after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663440" y="4370832"/>
            <a:ext cx="4261104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663440" y="4370832"/>
            <a:ext cx="54864" cy="32918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4754880" y="4434840"/>
            <a:ext cx="201168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4754880" y="440740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4ED8"/>
                </a:solidFill>
              </a:rPr>
              <a:t>☐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5010912" y="44439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Story:  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5833872" y="4443984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You can explain the key insight in 1 sentence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Perfect Dashboard — In One Page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Remember these 6 things and your dashboard will always be professional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743200" cy="1664208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2743200" cy="5486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2070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69264" y="1243584"/>
            <a:ext cx="347472" cy="34747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2618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</a:rPr>
              <a:t>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" y="1700784"/>
            <a:ext cx="2560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KPI Cards top → Charts middle → Detail bottom. Biggest = most important.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45536" y="1097280"/>
            <a:ext cx="2743200" cy="166420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45536" y="1097280"/>
            <a:ext cx="2743200" cy="5486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36976" y="12070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913632" y="1243584"/>
            <a:ext cx="347472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13632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15968" y="12618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Colors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36976" y="1700784"/>
            <a:ext cx="2560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Max 3 colors. White background. One accent for the key insight only.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1097280"/>
            <a:ext cx="2743200" cy="166420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9904" y="1097280"/>
            <a:ext cx="2743200" cy="5486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1344" y="120700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858000" y="1243584"/>
            <a:ext cx="347472" cy="347472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60336" y="126187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</a:rPr>
              <a:t>Right Charts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81344" y="1700784"/>
            <a:ext cx="2560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Every visual answers ONE question. Wrong chart type = wrong message.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2880360"/>
            <a:ext cx="2743200" cy="1664208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1168" y="2880360"/>
            <a:ext cx="2743200" cy="54864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2608" y="299008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69264" y="3026664"/>
            <a:ext cx="347472" cy="34747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9264" y="3026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304495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</a:rPr>
              <a:t>KPI Cards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92608" y="3483864"/>
            <a:ext cx="2560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4–6 cards at the top. Big bold number. Context vs target or last period.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45536" y="2880360"/>
            <a:ext cx="2743200" cy="166420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45536" y="2880360"/>
            <a:ext cx="2743200" cy="5486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36976" y="299008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️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3913632" y="3026664"/>
            <a:ext cx="347472" cy="347472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13632" y="3026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15968" y="304495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</a:rPr>
              <a:t>Slicers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236976" y="3483864"/>
            <a:ext cx="2560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At least one slicer. Top or left position. Test that all filters work.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89904" y="2880360"/>
            <a:ext cx="2743200" cy="1664208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89904" y="2880360"/>
            <a:ext cx="2743200" cy="5486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81344" y="299008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6858000" y="3026664"/>
            <a:ext cx="347472" cy="34747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0" y="3026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260336" y="304495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</a:rPr>
              <a:t>Story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181344" y="3483864"/>
            <a:ext cx="25603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Viewers should understand the main insight in under 30 seconds. No guessing.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Power BI  ·  Business Data Analytics with AI  ·  Nepal Sales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1869</Words>
  <Application>Microsoft Office PowerPoint</Application>
  <PresentationFormat>On-screen Show (16:9)</PresentationFormat>
  <Paragraphs>302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Sauhar Khanal</cp:lastModifiedBy>
  <cp:revision>2</cp:revision>
  <dcterms:created xsi:type="dcterms:W3CDTF">2026-05-14T15:53:59Z</dcterms:created>
  <dcterms:modified xsi:type="dcterms:W3CDTF">2026-05-14T15:56:49Z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2026-05-14T15:56:49Z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6008c903-eadc-49ee-8ff5-109ad0da3841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