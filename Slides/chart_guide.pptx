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194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Power BI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107"/>
                </a:solidFill>
              </a:defRPr>
            </a:pPr>
            <a:r>
              <a:t>A Simple Beginner's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43876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What is a Chart?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</a:defRPr>
            </a:pPr>
            <a:r>
              <a:t>A chart is a PICTURE that shows your data.</a:t>
            </a:r>
          </a:p>
          <a:p>
            <a:r>
              <a:t>It helps people understand numbers quickly without reading a big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7315200" cy="548640"/>
          </a:xfrm>
          <a:prstGeom prst="roundRect">
            <a:avLst/>
          </a:prstGeom>
          <a:solidFill>
            <a:srgbClr val="E8EAF6"/>
          </a:solidFill>
          <a:ln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9C27B0"/>
                </a:solidFill>
              </a:defRPr>
            </a:pPr>
            <a:r>
              <a:t>Think of it like this: Would you rather read 100 numbers or look at one picture?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rPr dirty="0"/>
              <a:t>Hard to Understand: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rPr sz="1900" dirty="0"/>
              <a:t>Product A: 45,000</a:t>
            </a:r>
          </a:p>
          <a:p>
            <a:r>
              <a:rPr dirty="0"/>
              <a:t>Product B: 32,000</a:t>
            </a:r>
          </a:p>
          <a:p>
            <a:r>
              <a:rPr dirty="0"/>
              <a:t>Product C: 28,000</a:t>
            </a:r>
          </a:p>
          <a:p>
            <a:r>
              <a:rPr dirty="0"/>
              <a:t>Product D: 15,000</a:t>
            </a:r>
          </a:p>
          <a:p>
            <a:r>
              <a:rPr dirty="0"/>
              <a:t>Product E: 12,000</a:t>
            </a:r>
          </a:p>
          <a:p>
            <a:r>
              <a:rPr dirty="0"/>
              <a:t>Product F: 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</a:defRPr>
            </a:pPr>
            <a:r>
              <a:rPr dirty="0"/>
              <a:t>Easy to Understand: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703320"/>
            <a:ext cx="3200400" cy="2285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</a:defRPr>
            </a:pPr>
            <a: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069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114800"/>
            <a:ext cx="2275840" cy="2285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088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</a:defRPr>
            </a:pPr>
            <a: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526280"/>
            <a:ext cx="1991360" cy="2285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6399" y="4480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</a:defRPr>
            </a:pPr>
            <a: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892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937759"/>
            <a:ext cx="1066799" cy="2285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01839" y="4892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</a:defRPr>
            </a:pPr>
            <a: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9436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C27B0"/>
                </a:solidFill>
              </a:defRPr>
            </a:pPr>
            <a:r>
              <a:rPr dirty="0"/>
              <a:t>Charts turn boring numbers into clear stories!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The GOLDEN RULE 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7315200" cy="18288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Ask ONE Simple Question First:</a:t>
            </a:r>
          </a:p>
          <a:p>
            <a:endParaRPr/>
          </a:p>
          <a:p>
            <a:r>
              <a:t>What do I want to show?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</a:defRPr>
            </a:pPr>
            <a:r>
              <a:t>The question you ask will tell you which chart to use.</a:t>
            </a:r>
          </a:p>
          <a:p>
            <a:endParaRPr/>
          </a:p>
          <a:p>
            <a:r>
              <a:t>It's like choosing the right tool:</a:t>
            </a:r>
          </a:p>
          <a:p>
            <a:r>
              <a:t>🔨 Hammer for nails, 🪛 Screwdriver for screws, 📊 Chart for your question!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74" y="292356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The 3 Most Common Questions Beginners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</a:defRPr>
            </a:pPr>
            <a:r>
              <a:t>Start with these three - they cover 80% of what you'll need: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96F3"/>
                </a:solidFill>
              </a:defRPr>
            </a:pPr>
            <a:r>
              <a:t>Which one is BIGGER?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920240"/>
            <a:ext cx="34747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24242"/>
                </a:solidFill>
              </a:defRPr>
            </a:pPr>
            <a:r>
              <a:t>Comparing things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</a:defRPr>
            </a:pPr>
            <a:r>
              <a:t>How is it CHANGING?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108960"/>
            <a:ext cx="34747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24242"/>
                </a:solidFill>
              </a:defRPr>
            </a:pPr>
            <a:r>
              <a:t>Showing trends over time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What are the PARTS?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297680"/>
            <a:ext cx="34747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24242"/>
                </a:solidFill>
              </a:defRPr>
            </a:pPr>
            <a:r>
              <a:t>Breaking down a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907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Question 1: Which One is BIGGER?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96F3"/>
                </a:solidFill>
              </a:defRPr>
            </a:pPr>
            <a:r>
              <a:t>Use this when you want to COMPARE different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114800" cy="54864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Use: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Real-Life Examples: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65760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</a:defRPr>
            </a:pPr>
            <a:r>
              <a:rPr lang="en-US" dirty="0"/>
              <a:t>•</a:t>
            </a:r>
            <a:r>
              <a:rPr lang="en-US" sz="1900" dirty="0"/>
              <a:t> Which product sold the most?</a:t>
            </a:r>
          </a:p>
          <a:p>
            <a:r>
              <a:rPr dirty="0"/>
              <a:t>• Which store made more money?</a:t>
            </a:r>
          </a:p>
          <a:p>
            <a:r>
              <a:rPr dirty="0"/>
              <a:t>• Which team has more members?</a:t>
            </a:r>
          </a:p>
          <a:p>
            <a:r>
              <a:rPr dirty="0"/>
              <a:t>• Who got the highest score?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4114800" cy="64008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2196F3"/>
                </a:solidFill>
              </a:defRPr>
            </a:pPr>
            <a:r>
              <a:t>Think: I want to see who's WINNING or what's BIGGEST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What it looks like: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48839"/>
            <a:ext cx="3200400" cy="22859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</a:defRPr>
            </a:pPr>
            <a:r>
              <a:t>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560320"/>
            <a:ext cx="2334409" cy="22859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9449" y="2514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</a:defRPr>
            </a:pPr>
            <a:r>
              <a:t>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260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971799"/>
            <a:ext cx="1807284" cy="22859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2324" y="29260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</a:defRPr>
            </a:pPr>
            <a:r>
              <a:t>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337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383279"/>
            <a:ext cx="1129552" cy="22859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64592" y="3337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</a:defRPr>
            </a:pPr>
            <a: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754880"/>
            <a:ext cx="3931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rPr dirty="0"/>
              <a:t>See how EASY it is to spot that Product A is the winner? </a:t>
            </a:r>
          </a:p>
          <a:p>
            <a:endParaRPr dirty="0"/>
          </a:p>
          <a:p>
            <a:r>
              <a:rPr dirty="0"/>
              <a:t>Bars make comparison super simple!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7329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Question 2: How is it CHANGING?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</a:defRPr>
            </a:pPr>
            <a:r>
              <a:t>Use this when you want to see TRENDS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114800" cy="54864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Use: 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Real-Life Examples: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657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sz="1900" dirty="0"/>
              <a:t>Are sales going UP or DOWN?</a:t>
            </a:r>
          </a:p>
          <a:p>
            <a:r>
              <a:rPr dirty="0"/>
              <a:t>• How did traffic change monthly?</a:t>
            </a:r>
          </a:p>
          <a:p>
            <a:r>
              <a:rPr dirty="0"/>
              <a:t>• Is the temperature rising?</a:t>
            </a:r>
          </a:p>
          <a:p>
            <a:r>
              <a:rPr dirty="0"/>
              <a:t>• What's the pattern over time?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4114800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Think: I want to see if things are getting BETTER or WORSE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What it looks like: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206240"/>
            <a:ext cx="3200400" cy="18288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2194560"/>
            <a:ext cx="18288" cy="201168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5029200" y="3573346"/>
            <a:ext cx="457200" cy="256056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86400" y="3465901"/>
            <a:ext cx="457200" cy="153168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943600" y="3405144"/>
            <a:ext cx="457200" cy="154622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00800" y="3153597"/>
            <a:ext cx="457200" cy="290954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858000" y="2999456"/>
            <a:ext cx="457200" cy="215403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15200" y="2942734"/>
            <a:ext cx="457200" cy="91257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772400" y="2742987"/>
            <a:ext cx="457200" cy="112181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204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Feb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Mar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Apr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7548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</a:defRPr>
            </a:pPr>
            <a:r>
              <a:t>Lines show the DIRECTION - going up = good! 📈</a:t>
            </a:r>
          </a:p>
          <a:p>
            <a:r>
              <a:t>going down = need attention! 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Question 3: What Are the PARTS? 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</a:defRPr>
            </a:pPr>
            <a:r>
              <a:t>Use this when you want to show PIECES of a WHOLE (like slices of a pie)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114800" cy="54864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Use: PIE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Real-Life Examples: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657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sz="1900" dirty="0"/>
              <a:t>What % of total sales is each product?</a:t>
            </a:r>
          </a:p>
          <a:p>
            <a:r>
              <a:rPr dirty="0"/>
              <a:t>• How is my budget divided?</a:t>
            </a:r>
          </a:p>
          <a:p>
            <a:r>
              <a:rPr dirty="0"/>
              <a:t>• What portion does each team contribute?</a:t>
            </a:r>
          </a:p>
          <a:p>
            <a:r>
              <a:rPr dirty="0"/>
              <a:t>• Market share breakdown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741962"/>
            <a:ext cx="41148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FF9800"/>
                </a:solidFill>
              </a:defRPr>
            </a:pPr>
            <a:r>
              <a:rPr dirty="0"/>
              <a:t>Think: I want to see PERCENTAGES or SHARES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What it looks like: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94560"/>
            <a:ext cx="54864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77840" y="2194560"/>
            <a:ext cx="365760" cy="36576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77840" y="2560320"/>
            <a:ext cx="365760" cy="1828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0" y="2743200"/>
            <a:ext cx="274320" cy="36576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3291840"/>
            <a:ext cx="182880" cy="1828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A - 40%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611880"/>
            <a:ext cx="182880" cy="182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B - 30%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93192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C - 20%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251959"/>
            <a:ext cx="182880" cy="1828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D - 10%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20640"/>
            <a:ext cx="3931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800"/>
                </a:solidFill>
              </a:defRPr>
            </a:pPr>
            <a:r>
              <a:rPr dirty="0"/>
              <a:t>All slices together = 100%</a:t>
            </a:r>
          </a:p>
          <a:p>
            <a:r>
              <a:rPr dirty="0"/>
              <a:t>Bigger slice = bigger share!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9454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Quick Summary - The 3 Charts You MUST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73AB7"/>
                </a:solidFill>
              </a:defRPr>
            </a:pPr>
            <a:r>
              <a:t>Master these 3 and you can handle most situations! 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560320" cy="5486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96F3"/>
                </a:solidFill>
              </a:defRPr>
            </a:pPr>
            <a:r>
              <a:t>Which is BIGGER?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25603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24242"/>
                </a:solidFill>
              </a:defRPr>
            </a:pPr>
            <a:r>
              <a:t>Comparing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11680"/>
            <a:ext cx="256032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LINE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</a:defRPr>
            </a:pPr>
            <a:r>
              <a:t>How is it CHANGING?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383280"/>
            <a:ext cx="25603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24242"/>
                </a:solidFill>
              </a:defRPr>
            </a:pPr>
            <a:r>
              <a:t>Trends over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011680"/>
            <a:ext cx="2560320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800"/>
                </a:solidFill>
              </a:defRPr>
            </a:pPr>
            <a:r>
              <a:t>What are the PARTS?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383280"/>
            <a:ext cx="25603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24242"/>
                </a:solidFill>
              </a:defRPr>
            </a:pPr>
            <a:r>
              <a:t>Percentages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457200" cy="274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45720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39" y="3840480"/>
            <a:ext cx="457200" cy="82295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5029200"/>
            <a:ext cx="1828800" cy="18288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0" y="4114800"/>
            <a:ext cx="18288" cy="9144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3657600" y="4694139"/>
            <a:ext cx="261257" cy="177679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918857" y="4665072"/>
            <a:ext cx="261257" cy="74791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180114" y="4682691"/>
            <a:ext cx="261257" cy="76246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441371" y="4509522"/>
            <a:ext cx="261257" cy="212576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02628" y="4433757"/>
            <a:ext cx="261257" cy="137026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963885" y="4455413"/>
            <a:ext cx="261257" cy="12880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225142" y="4334043"/>
            <a:ext cx="261258" cy="33804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17920" y="4206240"/>
            <a:ext cx="640080" cy="6400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0" y="4206240"/>
            <a:ext cx="457200" cy="457200"/>
          </a:xfrm>
          <a:prstGeom prst="roundRect">
            <a:avLst/>
          </a:prstGeom>
          <a:solidFill>
            <a:srgbClr val="FFC10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0" y="4846320"/>
            <a:ext cx="457200" cy="457200"/>
          </a:xfrm>
          <a:prstGeom prst="roundRect">
            <a:avLst/>
          </a:prstGeom>
          <a:solidFill>
            <a:srgbClr val="FFD54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Your Simple Decision Tree 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Follow this flowchart every time you need to choose a chart: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28800"/>
            <a:ext cx="274320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START: What do I want to show?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2468880"/>
            <a:ext cx="9144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256032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424242"/>
                </a:solidFill>
              </a:defRPr>
            </a:pPr>
            <a:r>
              <a:t>Compare sizes?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3749039"/>
            <a:ext cx="91440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256032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BAR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468880"/>
            <a:ext cx="9144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0" y="3017520"/>
            <a:ext cx="256032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424242"/>
                </a:solidFill>
              </a:defRPr>
            </a:pPr>
            <a:r>
              <a:t>Show change over time?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749039"/>
            <a:ext cx="9144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0" y="4206240"/>
            <a:ext cx="256032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LINE CHART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468880"/>
            <a:ext cx="9144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0" y="3017520"/>
            <a:ext cx="256032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424242"/>
                </a:solidFill>
              </a:defRPr>
            </a:pPr>
            <a:r>
              <a:t>Show parts of whole?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749039"/>
            <a:ext cx="9144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0" y="4206240"/>
            <a:ext cx="256032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PIE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597</Words>
  <Application>Microsoft Office PowerPoint</Application>
  <PresentationFormat>On-screen Show (4:3)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Sauhar Khanal</cp:lastModifiedBy>
  <cp:revision>7</cp:revision>
  <dcterms:created xsi:type="dcterms:W3CDTF">2013-01-27T09:14:16Z</dcterms:created>
  <dcterms:modified xsi:type="dcterms:W3CDTF">2026-04-28T10:03:37Z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2026-04-01T13:09:18Z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71015ed2-8861-4c11-84d6-f5726648abaf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